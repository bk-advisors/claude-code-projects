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  <p:sldMasterId id="2147483727" r:id="rId3"/>
  </p:sldMasterIdLst>
  <p:sldIdLst>
    <p:sldId id="258" r:id="rId4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15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4.bin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4.bin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4" Type="http://schemas.openxmlformats.org/officeDocument/2006/relationships/image" Target="../media/image14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4" Type="http://schemas.openxmlformats.org/officeDocument/2006/relationships/image" Target="../media/image14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4" Type="http://schemas.openxmlformats.org/officeDocument/2006/relationships/image" Target="../media/image14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Relationship Id="rId5" Type="http://schemas.openxmlformats.org/officeDocument/2006/relationships/image" Target="../media/image2.png"/><Relationship Id="rId4" Type="http://schemas.openxmlformats.org/officeDocument/2006/relationships/image" Target="../media/image14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F144B-74C7-A148-8E87-6034061E0C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1920394"/>
            <a:ext cx="7964947" cy="234609"/>
          </a:xfrm>
        </p:spPr>
        <p:txBody>
          <a:bodyPr>
            <a:normAutofit/>
          </a:bodyPr>
          <a:lstStyle>
            <a:lvl1pPr>
              <a:defRPr sz="1600" spc="3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GB" dirty="0"/>
              <a:t>SUBTITLE GOES HERE: TYPE IN CAPITALS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9FFAF13-E12B-E54E-B2B2-5142A884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2605179"/>
            <a:ext cx="11154344" cy="192903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8A746-9E85-F24C-AD58-8F45F83396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6302341"/>
            <a:ext cx="5832475" cy="187359"/>
          </a:xfrm>
        </p:spPr>
        <p:txBody>
          <a:bodyPr anchor="b">
            <a:spAutoFit/>
          </a:bodyPr>
          <a:lstStyle>
            <a:lvl1pPr>
              <a:defRPr sz="1200" spc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GB" dirty="0"/>
              <a:t>Subtitle goes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AFD6BA4-8A31-2C45-81C0-67141C06959C}"/>
              </a:ext>
            </a:extLst>
          </p:cNvPr>
          <p:cNvSpPr txBox="1">
            <a:spLocks/>
          </p:cNvSpPr>
          <p:nvPr userDrawn="1"/>
        </p:nvSpPr>
        <p:spPr>
          <a:xfrm>
            <a:off x="9640957" y="6192078"/>
            <a:ext cx="2030094" cy="297622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800" b="1" dirty="0">
                <a:solidFill>
                  <a:schemeClr val="bg2"/>
                </a:solidFill>
                <a:latin typeface="Inter" panose="02000503000000020004" pitchFamily="2" charset="0"/>
                <a:ea typeface="Inter" panose="02000503000000020004" pitchFamily="2" charset="0"/>
              </a:rPr>
              <a:t>bk-advisors.com</a:t>
            </a:r>
          </a:p>
        </p:txBody>
      </p:sp>
      <p:pic>
        <p:nvPicPr>
          <p:cNvPr id="5" name="Picture 4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1F004790-5FBB-EF6F-B52A-B6532D2A48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49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86A756F5-203A-4C4F-9479-348B2905A6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01514" y="0"/>
            <a:ext cx="6690486" cy="6858000"/>
          </a:xfrm>
          <a:custGeom>
            <a:avLst/>
            <a:gdLst>
              <a:gd name="connsiteX0" fmla="*/ 0 w 7942912"/>
              <a:gd name="connsiteY0" fmla="*/ 0 h 6858000"/>
              <a:gd name="connsiteX1" fmla="*/ 7942912 w 7942912"/>
              <a:gd name="connsiteY1" fmla="*/ 0 h 6858000"/>
              <a:gd name="connsiteX2" fmla="*/ 7942912 w 7942912"/>
              <a:gd name="connsiteY2" fmla="*/ 6858000 h 6858000"/>
              <a:gd name="connsiteX3" fmla="*/ 704040 w 7942912"/>
              <a:gd name="connsiteY3" fmla="*/ 6858000 h 6858000"/>
              <a:gd name="connsiteX4" fmla="*/ 704040 w 7942912"/>
              <a:gd name="connsiteY4" fmla="*/ 704067 h 6858000"/>
              <a:gd name="connsiteX5" fmla="*/ 141865 w 7942912"/>
              <a:gd name="connsiteY5" fmla="*/ 143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42912" h="6858000">
                <a:moveTo>
                  <a:pt x="0" y="0"/>
                </a:moveTo>
                <a:lnTo>
                  <a:pt x="7942912" y="0"/>
                </a:lnTo>
                <a:lnTo>
                  <a:pt x="7942912" y="6858000"/>
                </a:lnTo>
                <a:lnTo>
                  <a:pt x="704040" y="6858000"/>
                </a:lnTo>
                <a:lnTo>
                  <a:pt x="704040" y="704067"/>
                </a:lnTo>
                <a:cubicBezTo>
                  <a:pt x="704040" y="363826"/>
                  <a:pt x="462698" y="79953"/>
                  <a:pt x="141865" y="1430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to insert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F144B-74C7-A148-8E87-6034061E0C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1700213"/>
            <a:ext cx="4692628" cy="234609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SUBTITLE GOES HERE: TYPE IN CAPITALS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9FFAF13-E12B-E54E-B2B2-5142A884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2309427"/>
            <a:ext cx="4692628" cy="2518484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8A746-9E85-F24C-AD58-8F45F83396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9" y="5721999"/>
            <a:ext cx="4692628" cy="187359"/>
          </a:xfrm>
        </p:spPr>
        <p:txBody>
          <a:bodyPr anchor="b">
            <a:spAutoFit/>
          </a:bodyPr>
          <a:lstStyle>
            <a:lvl1pPr>
              <a:defRPr sz="120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Subtitle goes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AFD6BA4-8A31-2C45-81C0-67141C06959C}"/>
              </a:ext>
            </a:extLst>
          </p:cNvPr>
          <p:cNvSpPr txBox="1">
            <a:spLocks/>
          </p:cNvSpPr>
          <p:nvPr userDrawn="1"/>
        </p:nvSpPr>
        <p:spPr>
          <a:xfrm>
            <a:off x="515938" y="6173816"/>
            <a:ext cx="2107992" cy="33631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1" dirty="0">
                <a:solidFill>
                  <a:schemeClr val="bg2"/>
                </a:solidFill>
              </a:rPr>
              <a:t>bk-advisors.com</a:t>
            </a:r>
          </a:p>
        </p:txBody>
      </p:sp>
      <p:pic>
        <p:nvPicPr>
          <p:cNvPr id="4" name="Picture 3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2E7DA4BF-D47A-62E8-E465-E16D7855D3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3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Text Only)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F144B-74C7-A148-8E87-6034061E0C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3185432"/>
            <a:ext cx="6966786" cy="234609"/>
          </a:xfrm>
        </p:spPr>
        <p:txBody>
          <a:bodyPr>
            <a:normAutofit/>
          </a:bodyPr>
          <a:lstStyle>
            <a:lvl1pPr>
              <a:defRPr sz="1600" spc="3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9FFAF13-E12B-E54E-B2B2-5142A884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66552"/>
            <a:ext cx="11154344" cy="192903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D2830A3C-7ED1-2741-8ED4-600D60D8DB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0" y="0"/>
            <a:ext cx="5103637" cy="293892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62001-1C91-5E41-8B60-B760F9679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441777"/>
            <a:ext cx="2115580" cy="1331912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XX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5BCB3FF0-8F17-33A0-E19F-F369301C93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5" descr="A picture containing ray, fish&#10;&#10;Description automatically generated">
            <a:extLst>
              <a:ext uri="{FF2B5EF4-FFF2-40B4-BE49-F238E27FC236}">
                <a16:creationId xmlns:a16="http://schemas.microsoft.com/office/drawing/2014/main" id="{E64479CB-DB0F-9D45-918A-B9BEDD2EC8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272" r="15376"/>
          <a:stretch/>
        </p:blipFill>
        <p:spPr>
          <a:xfrm>
            <a:off x="-3" y="0"/>
            <a:ext cx="6096001" cy="6858000"/>
          </a:xfrm>
          <a:prstGeom prst="round1Rect">
            <a:avLst>
              <a:gd name="adj" fmla="val 14304"/>
            </a:avLst>
          </a:prstGeom>
        </p:spPr>
      </p:pic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DAB788B4-A63C-D849-B216-E7D266CBBA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Section title goes here</a:t>
            </a:r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F314B004-6AB6-8142-919B-E7ECC46845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SUBTITLE GOES HERE: TYPE IN CAPITALS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BFF0CE34-D1A8-0246-ADEF-5C8D775712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1963923"/>
            <a:ext cx="5064591" cy="3104603"/>
          </a:xfrm>
        </p:spPr>
        <p:txBody>
          <a:bodyPr>
            <a:noAutofit/>
          </a:bodyPr>
          <a:lstStyle>
            <a:lvl1pPr algn="ctr">
              <a:lnSpc>
                <a:spcPct val="80000"/>
              </a:lnSpc>
              <a:spcAft>
                <a:spcPts val="0"/>
              </a:spcAft>
              <a:defRPr sz="32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X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B4320A7D-9F9B-6031-FD76-15604FB038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2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5CF2AFF-6382-CC47-A9B2-6962575BD2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6096001" cy="6858000"/>
          </a:xfrm>
          <a:prstGeom prst="round1Rect">
            <a:avLst>
              <a:gd name="adj" fmla="val 14462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0061CA4A-3267-0A05-192C-5D4306FFB8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Section title goes here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1A9FCAB2-BA25-DBAB-7A6E-265C86348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851577A0-55FD-E5EF-8EC7-3B8AA71394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2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2F82B885-0103-7D42-AE00-61FB2FE0C2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6096001" cy="6858000"/>
          </a:xfrm>
          <a:custGeom>
            <a:avLst/>
            <a:gdLst>
              <a:gd name="connsiteX0" fmla="*/ 3022951 w 6096001"/>
              <a:gd name="connsiteY0" fmla="*/ 1876235 h 6858000"/>
              <a:gd name="connsiteX1" fmla="*/ 2208500 w 6096001"/>
              <a:gd name="connsiteY1" fmla="*/ 2461578 h 6858000"/>
              <a:gd name="connsiteX2" fmla="*/ 2208500 w 6096001"/>
              <a:gd name="connsiteY2" fmla="*/ 2993835 h 6858000"/>
              <a:gd name="connsiteX3" fmla="*/ 2859036 w 6096001"/>
              <a:gd name="connsiteY3" fmla="*/ 2643188 h 6858000"/>
              <a:gd name="connsiteX4" fmla="*/ 2859036 w 6096001"/>
              <a:gd name="connsiteY4" fmla="*/ 4981766 h 6858000"/>
              <a:gd name="connsiteX5" fmla="*/ 3371270 w 6096001"/>
              <a:gd name="connsiteY5" fmla="*/ 4981766 h 6858000"/>
              <a:gd name="connsiteX6" fmla="*/ 3371270 w 6096001"/>
              <a:gd name="connsiteY6" fmla="*/ 1876235 h 6858000"/>
              <a:gd name="connsiteX7" fmla="*/ 0 w 6096001"/>
              <a:gd name="connsiteY7" fmla="*/ 0 h 6858000"/>
              <a:gd name="connsiteX8" fmla="*/ 5214397 w 6096001"/>
              <a:gd name="connsiteY8" fmla="*/ 0 h 6858000"/>
              <a:gd name="connsiteX9" fmla="*/ 6096001 w 6096001"/>
              <a:gd name="connsiteY9" fmla="*/ 881604 h 6858000"/>
              <a:gd name="connsiteX10" fmla="*/ 6096001 w 6096001"/>
              <a:gd name="connsiteY10" fmla="*/ 6858000 h 6858000"/>
              <a:gd name="connsiteX11" fmla="*/ 0 w 609600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96001" h="6858000">
                <a:moveTo>
                  <a:pt x="3022951" y="1876235"/>
                </a:moveTo>
                <a:cubicBezTo>
                  <a:pt x="2752748" y="2187766"/>
                  <a:pt x="2482545" y="2379155"/>
                  <a:pt x="2208500" y="2461578"/>
                </a:cubicBezTo>
                <a:lnTo>
                  <a:pt x="2208500" y="2993835"/>
                </a:lnTo>
                <a:cubicBezTo>
                  <a:pt x="2426199" y="2942146"/>
                  <a:pt x="2640057" y="2824798"/>
                  <a:pt x="2859036" y="2643188"/>
                </a:cubicBezTo>
                <a:lnTo>
                  <a:pt x="2859036" y="4981766"/>
                </a:lnTo>
                <a:lnTo>
                  <a:pt x="3371270" y="4981766"/>
                </a:lnTo>
                <a:lnTo>
                  <a:pt x="3371270" y="1876235"/>
                </a:ln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0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814918A3-C773-18F8-ADDE-EC691CAF16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9" name="Text Placeholder 31">
            <a:extLst>
              <a:ext uri="{FF2B5EF4-FFF2-40B4-BE49-F238E27FC236}">
                <a16:creationId xmlns:a16="http://schemas.microsoft.com/office/drawing/2014/main" id="{B0C1A345-F393-A646-D204-1844335C51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13A352A0-91DC-9E81-5F25-0B989341C3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56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785EFCE5-1951-3242-A232-F252911C4E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6096001" cy="6858000"/>
          </a:xfrm>
          <a:custGeom>
            <a:avLst/>
            <a:gdLst>
              <a:gd name="connsiteX0" fmla="*/ 3078800 w 6096001"/>
              <a:gd name="connsiteY0" fmla="*/ 1892300 h 6858000"/>
              <a:gd name="connsiteX1" fmla="*/ 2003079 w 6096001"/>
              <a:gd name="connsiteY1" fmla="*/ 2443193 h 6858000"/>
              <a:gd name="connsiteX2" fmla="*/ 2435905 w 6096001"/>
              <a:gd name="connsiteY2" fmla="*/ 2746603 h 6858000"/>
              <a:gd name="connsiteX3" fmla="*/ 3026635 w 6096001"/>
              <a:gd name="connsiteY3" fmla="*/ 2408238 h 6858000"/>
              <a:gd name="connsiteX4" fmla="*/ 3472150 w 6096001"/>
              <a:gd name="connsiteY4" fmla="*/ 2777364 h 6858000"/>
              <a:gd name="connsiteX5" fmla="*/ 2825026 w 6096001"/>
              <a:gd name="connsiteY5" fmla="*/ 3514218 h 6858000"/>
              <a:gd name="connsiteX6" fmla="*/ 1986161 w 6096001"/>
              <a:gd name="connsiteY6" fmla="*/ 4857893 h 6858000"/>
              <a:gd name="connsiteX7" fmla="*/ 1986161 w 6096001"/>
              <a:gd name="connsiteY7" fmla="*/ 5014492 h 6858000"/>
              <a:gd name="connsiteX8" fmla="*/ 4102356 w 6096001"/>
              <a:gd name="connsiteY8" fmla="*/ 5014492 h 6858000"/>
              <a:gd name="connsiteX9" fmla="*/ 4102356 w 6096001"/>
              <a:gd name="connsiteY9" fmla="*/ 4515333 h 6858000"/>
              <a:gd name="connsiteX10" fmla="*/ 2614957 w 6096001"/>
              <a:gd name="connsiteY10" fmla="*/ 4515333 h 6858000"/>
              <a:gd name="connsiteX11" fmla="*/ 3301557 w 6096001"/>
              <a:gd name="connsiteY11" fmla="*/ 3809239 h 6858000"/>
              <a:gd name="connsiteX12" fmla="*/ 4053011 w 6096001"/>
              <a:gd name="connsiteY12" fmla="*/ 2750798 h 6858000"/>
              <a:gd name="connsiteX13" fmla="*/ 3078800 w 6096001"/>
              <a:gd name="connsiteY13" fmla="*/ 1892300 h 6858000"/>
              <a:gd name="connsiteX14" fmla="*/ 0 w 6096001"/>
              <a:gd name="connsiteY14" fmla="*/ 0 h 6858000"/>
              <a:gd name="connsiteX15" fmla="*/ 5214397 w 6096001"/>
              <a:gd name="connsiteY15" fmla="*/ 0 h 6858000"/>
              <a:gd name="connsiteX16" fmla="*/ 6096001 w 6096001"/>
              <a:gd name="connsiteY16" fmla="*/ 881604 h 6858000"/>
              <a:gd name="connsiteX17" fmla="*/ 6096001 w 6096001"/>
              <a:gd name="connsiteY17" fmla="*/ 6858000 h 6858000"/>
              <a:gd name="connsiteX18" fmla="*/ 0 w 6096001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096001" h="6858000">
                <a:moveTo>
                  <a:pt x="3078800" y="1892300"/>
                </a:moveTo>
                <a:cubicBezTo>
                  <a:pt x="2571252" y="1892300"/>
                  <a:pt x="2235706" y="2082456"/>
                  <a:pt x="2003079" y="2443193"/>
                </a:cubicBezTo>
                <a:lnTo>
                  <a:pt x="2435905" y="2746603"/>
                </a:lnTo>
                <a:cubicBezTo>
                  <a:pt x="2576891" y="2529882"/>
                  <a:pt x="2768632" y="2408238"/>
                  <a:pt x="3026635" y="2408238"/>
                </a:cubicBezTo>
                <a:cubicBezTo>
                  <a:pt x="3318476" y="2408238"/>
                  <a:pt x="3472150" y="2556447"/>
                  <a:pt x="3472150" y="2777364"/>
                </a:cubicBezTo>
                <a:cubicBezTo>
                  <a:pt x="3472150" y="3020651"/>
                  <a:pt x="3301557" y="3198224"/>
                  <a:pt x="2825026" y="3514218"/>
                </a:cubicBezTo>
                <a:cubicBezTo>
                  <a:pt x="2231476" y="3916901"/>
                  <a:pt x="1986161" y="4315389"/>
                  <a:pt x="1986161" y="4857893"/>
                </a:cubicBezTo>
                <a:lnTo>
                  <a:pt x="1986161" y="5014492"/>
                </a:lnTo>
                <a:lnTo>
                  <a:pt x="4102356" y="5014492"/>
                </a:lnTo>
                <a:lnTo>
                  <a:pt x="4102356" y="4515333"/>
                </a:lnTo>
                <a:lnTo>
                  <a:pt x="2614957" y="4515333"/>
                </a:lnTo>
                <a:cubicBezTo>
                  <a:pt x="2645974" y="4346150"/>
                  <a:pt x="2891289" y="4081889"/>
                  <a:pt x="3301557" y="3809239"/>
                </a:cubicBezTo>
                <a:cubicBezTo>
                  <a:pt x="3834483" y="3456891"/>
                  <a:pt x="4053011" y="3175852"/>
                  <a:pt x="4053011" y="2750798"/>
                </a:cubicBezTo>
                <a:cubicBezTo>
                  <a:pt x="4053011" y="2255833"/>
                  <a:pt x="3646972" y="1892300"/>
                  <a:pt x="3078800" y="1892300"/>
                </a:cubicBez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0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D887088-580E-3280-834E-11FE0CAB12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9D3AEDA3-676C-74F6-E9E7-0A9358720A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699C248A-AF6A-0B8D-0AA4-5F97D18081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61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A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6D7151-EE44-6D41-A861-17BC5B8F00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6096001" cy="6858000"/>
          </a:xfrm>
          <a:custGeom>
            <a:avLst/>
            <a:gdLst>
              <a:gd name="connsiteX0" fmla="*/ 3115819 w 6096001"/>
              <a:gd name="connsiteY0" fmla="*/ 1901215 h 6858000"/>
              <a:gd name="connsiteX1" fmla="*/ 2096475 w 6096001"/>
              <a:gd name="connsiteY1" fmla="*/ 2469051 h 6858000"/>
              <a:gd name="connsiteX2" fmla="*/ 2517092 w 6096001"/>
              <a:gd name="connsiteY2" fmla="*/ 2737003 h 6858000"/>
              <a:gd name="connsiteX3" fmla="*/ 3061016 w 6096001"/>
              <a:gd name="connsiteY3" fmla="*/ 2401022 h 6858000"/>
              <a:gd name="connsiteX4" fmla="*/ 3455600 w 6096001"/>
              <a:gd name="connsiteY4" fmla="*/ 2732838 h 6858000"/>
              <a:gd name="connsiteX5" fmla="*/ 2725345 w 6096001"/>
              <a:gd name="connsiteY5" fmla="*/ 3202101 h 6858000"/>
              <a:gd name="connsiteX6" fmla="*/ 2725345 w 6096001"/>
              <a:gd name="connsiteY6" fmla="*/ 3663034 h 6858000"/>
              <a:gd name="connsiteX7" fmla="*/ 3570688 w 6096001"/>
              <a:gd name="connsiteY7" fmla="*/ 4110083 h 6858000"/>
              <a:gd name="connsiteX8" fmla="*/ 3044575 w 6096001"/>
              <a:gd name="connsiteY8" fmla="*/ 4544637 h 6858000"/>
              <a:gd name="connsiteX9" fmla="*/ 2300618 w 6096001"/>
              <a:gd name="connsiteY9" fmla="*/ 4273909 h 6858000"/>
              <a:gd name="connsiteX10" fmla="*/ 1977278 w 6096001"/>
              <a:gd name="connsiteY10" fmla="*/ 4712628 h 6858000"/>
              <a:gd name="connsiteX11" fmla="*/ 1978648 w 6096001"/>
              <a:gd name="connsiteY11" fmla="*/ 4711240 h 6858000"/>
              <a:gd name="connsiteX12" fmla="*/ 3048685 w 6096001"/>
              <a:gd name="connsiteY12" fmla="*/ 5043056 h 6858000"/>
              <a:gd name="connsiteX13" fmla="*/ 4118722 w 6096001"/>
              <a:gd name="connsiteY13" fmla="*/ 4126744 h 6858000"/>
              <a:gd name="connsiteX14" fmla="*/ 3455600 w 6096001"/>
              <a:gd name="connsiteY14" fmla="*/ 3360373 h 6858000"/>
              <a:gd name="connsiteX15" fmla="*/ 3999524 w 6096001"/>
              <a:gd name="connsiteY15" fmla="*/ 2628712 h 6858000"/>
              <a:gd name="connsiteX16" fmla="*/ 3115819 w 6096001"/>
              <a:gd name="connsiteY16" fmla="*/ 1901215 h 6858000"/>
              <a:gd name="connsiteX17" fmla="*/ 0 w 6096001"/>
              <a:gd name="connsiteY17" fmla="*/ 0 h 6858000"/>
              <a:gd name="connsiteX18" fmla="*/ 5214397 w 6096001"/>
              <a:gd name="connsiteY18" fmla="*/ 0 h 6858000"/>
              <a:gd name="connsiteX19" fmla="*/ 6096001 w 6096001"/>
              <a:gd name="connsiteY19" fmla="*/ 881604 h 6858000"/>
              <a:gd name="connsiteX20" fmla="*/ 6096001 w 6096001"/>
              <a:gd name="connsiteY20" fmla="*/ 6858000 h 6858000"/>
              <a:gd name="connsiteX21" fmla="*/ 0 w 6096001"/>
              <a:gd name="connsiteY2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1" h="6858000">
                <a:moveTo>
                  <a:pt x="3115819" y="1901215"/>
                </a:moveTo>
                <a:cubicBezTo>
                  <a:pt x="2614368" y="1901215"/>
                  <a:pt x="2278697" y="2128905"/>
                  <a:pt x="2096475" y="2469051"/>
                </a:cubicBezTo>
                <a:lnTo>
                  <a:pt x="2517092" y="2737003"/>
                </a:lnTo>
                <a:cubicBezTo>
                  <a:pt x="2602037" y="2581508"/>
                  <a:pt x="2780148" y="2401022"/>
                  <a:pt x="3061016" y="2401022"/>
                </a:cubicBezTo>
                <a:cubicBezTo>
                  <a:pt x="3302151" y="2401022"/>
                  <a:pt x="3455600" y="2534304"/>
                  <a:pt x="3455600" y="2732838"/>
                </a:cubicBezTo>
                <a:cubicBezTo>
                  <a:pt x="3455600" y="2964693"/>
                  <a:pt x="3285710" y="3197936"/>
                  <a:pt x="2725345" y="3202101"/>
                </a:cubicBezTo>
                <a:lnTo>
                  <a:pt x="2725345" y="3663034"/>
                </a:lnTo>
                <a:cubicBezTo>
                  <a:pt x="3303521" y="3663034"/>
                  <a:pt x="3570688" y="3825471"/>
                  <a:pt x="3570688" y="4110083"/>
                </a:cubicBezTo>
                <a:cubicBezTo>
                  <a:pt x="3570688" y="4372481"/>
                  <a:pt x="3384356" y="4544637"/>
                  <a:pt x="3044575" y="4544637"/>
                </a:cubicBezTo>
                <a:cubicBezTo>
                  <a:pt x="2737676" y="4544637"/>
                  <a:pt x="2504761" y="4433570"/>
                  <a:pt x="2300618" y="4273909"/>
                </a:cubicBezTo>
                <a:lnTo>
                  <a:pt x="1977278" y="4712628"/>
                </a:lnTo>
                <a:lnTo>
                  <a:pt x="1978648" y="4711240"/>
                </a:lnTo>
                <a:cubicBezTo>
                  <a:pt x="2271846" y="4926434"/>
                  <a:pt x="2581486" y="5043056"/>
                  <a:pt x="3048685" y="5043056"/>
                </a:cubicBezTo>
                <a:cubicBezTo>
                  <a:pt x="3698106" y="5043056"/>
                  <a:pt x="4118722" y="4659870"/>
                  <a:pt x="4118722" y="4126744"/>
                </a:cubicBezTo>
                <a:cubicBezTo>
                  <a:pt x="4118722" y="3708850"/>
                  <a:pt x="3863886" y="3468665"/>
                  <a:pt x="3455600" y="3360373"/>
                </a:cubicBezTo>
                <a:cubicBezTo>
                  <a:pt x="3791271" y="3239587"/>
                  <a:pt x="3999524" y="2999402"/>
                  <a:pt x="3999524" y="2628712"/>
                </a:cubicBezTo>
                <a:cubicBezTo>
                  <a:pt x="3999524" y="2206653"/>
                  <a:pt x="3617271" y="1901215"/>
                  <a:pt x="3115819" y="1901215"/>
                </a:cubicBez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0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B2461434-5D17-DC5F-DC1A-E69D4E2BB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9" name="Text Placeholder 31">
            <a:extLst>
              <a:ext uri="{FF2B5EF4-FFF2-40B4-BE49-F238E27FC236}">
                <a16:creationId xmlns:a16="http://schemas.microsoft.com/office/drawing/2014/main" id="{63FD04FF-C6D3-AE64-9C91-6E3CEBDB6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5A435E12-B2A4-3AD3-9BDB-3EBE62BD0C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3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AEA1B93-DB0B-33C4-6C50-8FD2474CA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3218999 w 6096001"/>
              <a:gd name="connsiteY0" fmla="*/ 2668987 h 6858000"/>
              <a:gd name="connsiteX1" fmla="*/ 3218999 w 6096001"/>
              <a:gd name="connsiteY1" fmla="*/ 3752595 h 6858000"/>
              <a:gd name="connsiteX2" fmla="*/ 2442001 w 6096001"/>
              <a:gd name="connsiteY2" fmla="*/ 3752595 h 6858000"/>
              <a:gd name="connsiteX3" fmla="*/ 3218999 w 6096001"/>
              <a:gd name="connsiteY3" fmla="*/ 1883188 h 6858000"/>
              <a:gd name="connsiteX4" fmla="*/ 1820976 w 6096001"/>
              <a:gd name="connsiteY4" fmla="*/ 3839578 h 6858000"/>
              <a:gd name="connsiteX5" fmla="*/ 1820976 w 6096001"/>
              <a:gd name="connsiteY5" fmla="*/ 4242061 h 6858000"/>
              <a:gd name="connsiteX6" fmla="*/ 3218999 w 6096001"/>
              <a:gd name="connsiteY6" fmla="*/ 4242061 h 6858000"/>
              <a:gd name="connsiteX7" fmla="*/ 3218999 w 6096001"/>
              <a:gd name="connsiteY7" fmla="*/ 5164970 h 6858000"/>
              <a:gd name="connsiteX8" fmla="*/ 3791372 w 6096001"/>
              <a:gd name="connsiteY8" fmla="*/ 5164970 h 6858000"/>
              <a:gd name="connsiteX9" fmla="*/ 3791372 w 6096001"/>
              <a:gd name="connsiteY9" fmla="*/ 4242061 h 6858000"/>
              <a:gd name="connsiteX10" fmla="*/ 4275028 w 6096001"/>
              <a:gd name="connsiteY10" fmla="*/ 4242061 h 6858000"/>
              <a:gd name="connsiteX11" fmla="*/ 4275028 w 6096001"/>
              <a:gd name="connsiteY11" fmla="*/ 3752595 h 6858000"/>
              <a:gd name="connsiteX12" fmla="*/ 3791372 w 6096001"/>
              <a:gd name="connsiteY12" fmla="*/ 3752595 h 6858000"/>
              <a:gd name="connsiteX13" fmla="*/ 3791372 w 6096001"/>
              <a:gd name="connsiteY13" fmla="*/ 1883188 h 6858000"/>
              <a:gd name="connsiteX14" fmla="*/ 0 w 6096001"/>
              <a:gd name="connsiteY14" fmla="*/ 0 h 6858000"/>
              <a:gd name="connsiteX15" fmla="*/ 5214397 w 6096001"/>
              <a:gd name="connsiteY15" fmla="*/ 0 h 6858000"/>
              <a:gd name="connsiteX16" fmla="*/ 6096001 w 6096001"/>
              <a:gd name="connsiteY16" fmla="*/ 881604 h 6858000"/>
              <a:gd name="connsiteX17" fmla="*/ 6096001 w 6096001"/>
              <a:gd name="connsiteY17" fmla="*/ 6858000 h 6858000"/>
              <a:gd name="connsiteX18" fmla="*/ 0 w 6096001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096001" h="6858000">
                <a:moveTo>
                  <a:pt x="3218999" y="2668987"/>
                </a:moveTo>
                <a:lnTo>
                  <a:pt x="3218999" y="3752595"/>
                </a:lnTo>
                <a:lnTo>
                  <a:pt x="2442001" y="3752595"/>
                </a:lnTo>
                <a:close/>
                <a:moveTo>
                  <a:pt x="3218999" y="1883188"/>
                </a:moveTo>
                <a:lnTo>
                  <a:pt x="1820976" y="3839578"/>
                </a:lnTo>
                <a:lnTo>
                  <a:pt x="1820976" y="4242061"/>
                </a:lnTo>
                <a:lnTo>
                  <a:pt x="3218999" y="4242061"/>
                </a:lnTo>
                <a:lnTo>
                  <a:pt x="3218999" y="5164970"/>
                </a:lnTo>
                <a:lnTo>
                  <a:pt x="3791372" y="5164970"/>
                </a:lnTo>
                <a:lnTo>
                  <a:pt x="3791372" y="4242061"/>
                </a:lnTo>
                <a:lnTo>
                  <a:pt x="4275028" y="4242061"/>
                </a:lnTo>
                <a:lnTo>
                  <a:pt x="4275028" y="3752595"/>
                </a:lnTo>
                <a:lnTo>
                  <a:pt x="3791372" y="3752595"/>
                </a:lnTo>
                <a:lnTo>
                  <a:pt x="3791372" y="1883188"/>
                </a:ln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3314B818-1A45-4088-0941-EB7C6968EA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9" name="Text Placeholder 31">
            <a:extLst>
              <a:ext uri="{FF2B5EF4-FFF2-40B4-BE49-F238E27FC236}">
                <a16:creationId xmlns:a16="http://schemas.microsoft.com/office/drawing/2014/main" id="{5C3A23D4-78BE-16F7-8E29-ADEBA311D0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C00CE794-36DF-7803-2707-A1C280B7C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3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A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43EB15E-A314-36FE-8F19-4C79176CF3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6096001" cy="6858000"/>
          </a:xfrm>
          <a:custGeom>
            <a:avLst/>
            <a:gdLst>
              <a:gd name="connsiteX0" fmla="*/ 2264571 w 6096001"/>
              <a:gd name="connsiteY0" fmla="*/ 1883188 h 6858000"/>
              <a:gd name="connsiteX1" fmla="*/ 2167943 w 6096001"/>
              <a:gd name="connsiteY1" fmla="*/ 3625805 h 6858000"/>
              <a:gd name="connsiteX2" fmla="*/ 2578239 w 6096001"/>
              <a:gd name="connsiteY2" fmla="*/ 3754069 h 6858000"/>
              <a:gd name="connsiteX3" fmla="*/ 3056918 w 6096001"/>
              <a:gd name="connsiteY3" fmla="*/ 3625805 h 6858000"/>
              <a:gd name="connsiteX4" fmla="*/ 3638171 w 6096001"/>
              <a:gd name="connsiteY4" fmla="*/ 4124117 h 6858000"/>
              <a:gd name="connsiteX5" fmla="*/ 3047999 w 6096001"/>
              <a:gd name="connsiteY5" fmla="*/ 4644543 h 6858000"/>
              <a:gd name="connsiteX6" fmla="*/ 2222946 w 6096001"/>
              <a:gd name="connsiteY6" fmla="*/ 4342313 h 6858000"/>
              <a:gd name="connsiteX7" fmla="*/ 1933063 w 6096001"/>
              <a:gd name="connsiteY7" fmla="*/ 4822933 h 6858000"/>
              <a:gd name="connsiteX8" fmla="*/ 3058405 w 6096001"/>
              <a:gd name="connsiteY8" fmla="*/ 5175290 h 6858000"/>
              <a:gd name="connsiteX9" fmla="*/ 4229830 w 6096001"/>
              <a:gd name="connsiteY9" fmla="*/ 4110849 h 6858000"/>
              <a:gd name="connsiteX10" fmla="*/ 3178818 w 6096001"/>
              <a:gd name="connsiteY10" fmla="*/ 3114225 h 6858000"/>
              <a:gd name="connsiteX11" fmla="*/ 2689733 w 6096001"/>
              <a:gd name="connsiteY11" fmla="*/ 3214477 h 6858000"/>
              <a:gd name="connsiteX12" fmla="*/ 2744736 w 6096001"/>
              <a:gd name="connsiteY12" fmla="*/ 2409511 h 6858000"/>
              <a:gd name="connsiteX13" fmla="*/ 4026169 w 6096001"/>
              <a:gd name="connsiteY13" fmla="*/ 2409511 h 6858000"/>
              <a:gd name="connsiteX14" fmla="*/ 4026169 w 6096001"/>
              <a:gd name="connsiteY14" fmla="*/ 1883188 h 6858000"/>
              <a:gd name="connsiteX15" fmla="*/ 0 w 6096001"/>
              <a:gd name="connsiteY15" fmla="*/ 0 h 6858000"/>
              <a:gd name="connsiteX16" fmla="*/ 5214397 w 6096001"/>
              <a:gd name="connsiteY16" fmla="*/ 0 h 6858000"/>
              <a:gd name="connsiteX17" fmla="*/ 6096001 w 6096001"/>
              <a:gd name="connsiteY17" fmla="*/ 881604 h 6858000"/>
              <a:gd name="connsiteX18" fmla="*/ 6096001 w 6096001"/>
              <a:gd name="connsiteY18" fmla="*/ 6858000 h 6858000"/>
              <a:gd name="connsiteX19" fmla="*/ 0 w 6096001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96001" h="6858000">
                <a:moveTo>
                  <a:pt x="2264571" y="1883188"/>
                </a:moveTo>
                <a:lnTo>
                  <a:pt x="2167943" y="3625805"/>
                </a:lnTo>
                <a:lnTo>
                  <a:pt x="2578239" y="3754069"/>
                </a:lnTo>
                <a:cubicBezTo>
                  <a:pt x="2706085" y="3671508"/>
                  <a:pt x="2863663" y="3625805"/>
                  <a:pt x="3056918" y="3625805"/>
                </a:cubicBezTo>
                <a:cubicBezTo>
                  <a:pt x="3412211" y="3625805"/>
                  <a:pt x="3638171" y="3814515"/>
                  <a:pt x="3638171" y="4124117"/>
                </a:cubicBezTo>
                <a:cubicBezTo>
                  <a:pt x="3638171" y="4433719"/>
                  <a:pt x="3412211" y="4644543"/>
                  <a:pt x="3047999" y="4644543"/>
                </a:cubicBezTo>
                <a:cubicBezTo>
                  <a:pt x="2720951" y="4644543"/>
                  <a:pt x="2435527" y="4511857"/>
                  <a:pt x="2222946" y="4342313"/>
                </a:cubicBezTo>
                <a:lnTo>
                  <a:pt x="1933063" y="4822933"/>
                </a:lnTo>
                <a:cubicBezTo>
                  <a:pt x="2173889" y="5024912"/>
                  <a:pt x="2542561" y="5175290"/>
                  <a:pt x="3058405" y="5175290"/>
                </a:cubicBezTo>
                <a:cubicBezTo>
                  <a:pt x="3755611" y="5175290"/>
                  <a:pt x="4229830" y="4728578"/>
                  <a:pt x="4229830" y="4110849"/>
                </a:cubicBezTo>
                <a:cubicBezTo>
                  <a:pt x="4229830" y="3493119"/>
                  <a:pt x="3801695" y="3114225"/>
                  <a:pt x="3178818" y="3114225"/>
                </a:cubicBezTo>
                <a:cubicBezTo>
                  <a:pt x="3007861" y="3114225"/>
                  <a:pt x="2810146" y="3155505"/>
                  <a:pt x="2689733" y="3214477"/>
                </a:cubicBezTo>
                <a:lnTo>
                  <a:pt x="2744736" y="2409511"/>
                </a:lnTo>
                <a:lnTo>
                  <a:pt x="4026169" y="2409511"/>
                </a:lnTo>
                <a:lnTo>
                  <a:pt x="4026169" y="1883188"/>
                </a:ln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44E4F9BB-131C-DA11-8330-1278532DD3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9" name="Text Placeholder 31">
            <a:extLst>
              <a:ext uri="{FF2B5EF4-FFF2-40B4-BE49-F238E27FC236}">
                <a16:creationId xmlns:a16="http://schemas.microsoft.com/office/drawing/2014/main" id="{26A6169B-562B-8F66-2B5C-19489101B6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EBC13FBA-30EC-334E-678A-CE2170B84D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26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A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1BA5AB5-3C92-5003-411D-080017FB62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6096001" cy="6858000"/>
          </a:xfrm>
          <a:custGeom>
            <a:avLst/>
            <a:gdLst>
              <a:gd name="connsiteX0" fmla="*/ 3077268 w 6096001"/>
              <a:gd name="connsiteY0" fmla="*/ 3517274 h 6858000"/>
              <a:gd name="connsiteX1" fmla="*/ 3608256 w 6096001"/>
              <a:gd name="connsiteY1" fmla="*/ 4024085 h 6858000"/>
              <a:gd name="connsiteX2" fmla="*/ 3609649 w 6096001"/>
              <a:gd name="connsiteY2" fmla="*/ 4025458 h 6858000"/>
              <a:gd name="connsiteX3" fmla="*/ 3064725 w 6096001"/>
              <a:gd name="connsiteY3" fmla="*/ 4548751 h 6858000"/>
              <a:gd name="connsiteX4" fmla="*/ 2503076 w 6096001"/>
              <a:gd name="connsiteY4" fmla="*/ 3973266 h 6858000"/>
              <a:gd name="connsiteX5" fmla="*/ 3077268 w 6096001"/>
              <a:gd name="connsiteY5" fmla="*/ 3517274 h 6858000"/>
              <a:gd name="connsiteX6" fmla="*/ 3834030 w 6096001"/>
              <a:gd name="connsiteY6" fmla="*/ 1925421 h 6858000"/>
              <a:gd name="connsiteX7" fmla="*/ 1945608 w 6096001"/>
              <a:gd name="connsiteY7" fmla="*/ 3731535 h 6858000"/>
              <a:gd name="connsiteX8" fmla="*/ 3085630 w 6096001"/>
              <a:gd name="connsiteY8" fmla="*/ 5025345 h 6858000"/>
              <a:gd name="connsiteX9" fmla="*/ 4148999 w 6096001"/>
              <a:gd name="connsiteY9" fmla="*/ 4015844 h 6858000"/>
              <a:gd name="connsiteX10" fmla="*/ 4150393 w 6096001"/>
              <a:gd name="connsiteY10" fmla="*/ 4015844 h 6858000"/>
              <a:gd name="connsiteX11" fmla="*/ 3195730 w 6096001"/>
              <a:gd name="connsiteY11" fmla="*/ 3083257 h 6858000"/>
              <a:gd name="connsiteX12" fmla="*/ 2525374 w 6096001"/>
              <a:gd name="connsiteY12" fmla="*/ 3338723 h 6858000"/>
              <a:gd name="connsiteX13" fmla="*/ 3946917 w 6096001"/>
              <a:gd name="connsiteY13" fmla="*/ 2402015 h 6858000"/>
              <a:gd name="connsiteX14" fmla="*/ 0 w 6096001"/>
              <a:gd name="connsiteY14" fmla="*/ 0 h 6858000"/>
              <a:gd name="connsiteX15" fmla="*/ 5214397 w 6096001"/>
              <a:gd name="connsiteY15" fmla="*/ 0 h 6858000"/>
              <a:gd name="connsiteX16" fmla="*/ 6096001 w 6096001"/>
              <a:gd name="connsiteY16" fmla="*/ 881604 h 6858000"/>
              <a:gd name="connsiteX17" fmla="*/ 6096001 w 6096001"/>
              <a:gd name="connsiteY17" fmla="*/ 6858000 h 6858000"/>
              <a:gd name="connsiteX18" fmla="*/ 0 w 6096001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096001" h="6858000">
                <a:moveTo>
                  <a:pt x="3077268" y="3517274"/>
                </a:moveTo>
                <a:cubicBezTo>
                  <a:pt x="3396418" y="3517274"/>
                  <a:pt x="3608256" y="3704066"/>
                  <a:pt x="3608256" y="4024085"/>
                </a:cubicBezTo>
                <a:lnTo>
                  <a:pt x="3609649" y="4025458"/>
                </a:lnTo>
                <a:cubicBezTo>
                  <a:pt x="3609649" y="4352344"/>
                  <a:pt x="3379694" y="4548751"/>
                  <a:pt x="3064725" y="4548751"/>
                </a:cubicBezTo>
                <a:cubicBezTo>
                  <a:pt x="2727457" y="4548751"/>
                  <a:pt x="2503076" y="4293285"/>
                  <a:pt x="2503076" y="3973266"/>
                </a:cubicBezTo>
                <a:cubicBezTo>
                  <a:pt x="2503076" y="3691705"/>
                  <a:pt x="2779022" y="3517274"/>
                  <a:pt x="3077268" y="3517274"/>
                </a:cubicBezTo>
                <a:close/>
                <a:moveTo>
                  <a:pt x="3834030" y="1925421"/>
                </a:moveTo>
                <a:cubicBezTo>
                  <a:pt x="2503076" y="1967999"/>
                  <a:pt x="1945608" y="2776973"/>
                  <a:pt x="1945608" y="3731535"/>
                </a:cubicBezTo>
                <a:cubicBezTo>
                  <a:pt x="1945608" y="4574847"/>
                  <a:pt x="2416668" y="5025345"/>
                  <a:pt x="3085630" y="5025345"/>
                </a:cubicBezTo>
                <a:cubicBezTo>
                  <a:pt x="3700238" y="5025345"/>
                  <a:pt x="4148999" y="4616051"/>
                  <a:pt x="4148999" y="4015844"/>
                </a:cubicBezTo>
                <a:lnTo>
                  <a:pt x="4150393" y="4015844"/>
                </a:lnTo>
                <a:cubicBezTo>
                  <a:pt x="4150393" y="3432119"/>
                  <a:pt x="3730899" y="3083257"/>
                  <a:pt x="3195730" y="3083257"/>
                </a:cubicBezTo>
                <a:cubicBezTo>
                  <a:pt x="2897484" y="3083257"/>
                  <a:pt x="2654986" y="3210990"/>
                  <a:pt x="2525374" y="3338723"/>
                </a:cubicBezTo>
                <a:cubicBezTo>
                  <a:pt x="2710732" y="2700059"/>
                  <a:pt x="3160888" y="2436352"/>
                  <a:pt x="3946917" y="2402015"/>
                </a:cubicBez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BB44742-AE3F-8E84-7834-7B05B9090F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9" name="Text Placeholder 31">
            <a:extLst>
              <a:ext uri="{FF2B5EF4-FFF2-40B4-BE49-F238E27FC236}">
                <a16:creationId xmlns:a16="http://schemas.microsoft.com/office/drawing/2014/main" id="{7B5AA4FE-F153-D70D-DFCB-AA26BFD8A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7D143707-8A77-5E78-C8F1-8D7055E7D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55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B1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21E2CB-391E-E74E-90AE-4B5A47140739}"/>
              </a:ext>
            </a:extLst>
          </p:cNvPr>
          <p:cNvSpPr/>
          <p:nvPr userDrawn="1"/>
        </p:nvSpPr>
        <p:spPr>
          <a:xfrm>
            <a:off x="83127" y="105798"/>
            <a:ext cx="4898251" cy="6635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2F82B885-0103-7D42-AE00-61FB2FE0C2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6096001" cy="6858000"/>
          </a:xfrm>
          <a:custGeom>
            <a:avLst/>
            <a:gdLst>
              <a:gd name="connsiteX0" fmla="*/ 3022951 w 6096001"/>
              <a:gd name="connsiteY0" fmla="*/ 1876235 h 6858000"/>
              <a:gd name="connsiteX1" fmla="*/ 2208500 w 6096001"/>
              <a:gd name="connsiteY1" fmla="*/ 2461578 h 6858000"/>
              <a:gd name="connsiteX2" fmla="*/ 2208500 w 6096001"/>
              <a:gd name="connsiteY2" fmla="*/ 2993835 h 6858000"/>
              <a:gd name="connsiteX3" fmla="*/ 2859036 w 6096001"/>
              <a:gd name="connsiteY3" fmla="*/ 2643188 h 6858000"/>
              <a:gd name="connsiteX4" fmla="*/ 2859036 w 6096001"/>
              <a:gd name="connsiteY4" fmla="*/ 4981766 h 6858000"/>
              <a:gd name="connsiteX5" fmla="*/ 3371270 w 6096001"/>
              <a:gd name="connsiteY5" fmla="*/ 4981766 h 6858000"/>
              <a:gd name="connsiteX6" fmla="*/ 3371270 w 6096001"/>
              <a:gd name="connsiteY6" fmla="*/ 1876235 h 6858000"/>
              <a:gd name="connsiteX7" fmla="*/ 0 w 6096001"/>
              <a:gd name="connsiteY7" fmla="*/ 0 h 6858000"/>
              <a:gd name="connsiteX8" fmla="*/ 5214397 w 6096001"/>
              <a:gd name="connsiteY8" fmla="*/ 0 h 6858000"/>
              <a:gd name="connsiteX9" fmla="*/ 6096001 w 6096001"/>
              <a:gd name="connsiteY9" fmla="*/ 881604 h 6858000"/>
              <a:gd name="connsiteX10" fmla="*/ 6096001 w 6096001"/>
              <a:gd name="connsiteY10" fmla="*/ 6858000 h 6858000"/>
              <a:gd name="connsiteX11" fmla="*/ 0 w 609600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96001" h="6858000">
                <a:moveTo>
                  <a:pt x="3022951" y="1876235"/>
                </a:moveTo>
                <a:cubicBezTo>
                  <a:pt x="2752748" y="2187766"/>
                  <a:pt x="2482545" y="2379155"/>
                  <a:pt x="2208500" y="2461578"/>
                </a:cubicBezTo>
                <a:lnTo>
                  <a:pt x="2208500" y="2993835"/>
                </a:lnTo>
                <a:cubicBezTo>
                  <a:pt x="2426199" y="2942146"/>
                  <a:pt x="2640057" y="2824798"/>
                  <a:pt x="2859036" y="2643188"/>
                </a:cubicBezTo>
                <a:lnTo>
                  <a:pt x="2859036" y="4981766"/>
                </a:lnTo>
                <a:lnTo>
                  <a:pt x="3371270" y="4981766"/>
                </a:lnTo>
                <a:lnTo>
                  <a:pt x="3371270" y="1876235"/>
                </a:ln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F9D1ECA4-2E76-AFCB-1752-45EC49E126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9" name="Text Placeholder 31">
            <a:extLst>
              <a:ext uri="{FF2B5EF4-FFF2-40B4-BE49-F238E27FC236}">
                <a16:creationId xmlns:a16="http://schemas.microsoft.com/office/drawing/2014/main" id="{210A6CFC-9DAE-801C-CBAB-81E6DC1F91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3" name="Picture 2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A1029D42-CF14-7500-4DAB-EDD7A01E65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39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B2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8B3FAE-10BA-7845-921A-76D948055D40}"/>
              </a:ext>
            </a:extLst>
          </p:cNvPr>
          <p:cNvSpPr/>
          <p:nvPr userDrawn="1"/>
        </p:nvSpPr>
        <p:spPr>
          <a:xfrm>
            <a:off x="83127" y="105798"/>
            <a:ext cx="4898251" cy="6635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785EFCE5-1951-3242-A232-F252911C4E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6096001" cy="6858000"/>
          </a:xfrm>
          <a:custGeom>
            <a:avLst/>
            <a:gdLst>
              <a:gd name="connsiteX0" fmla="*/ 3078800 w 6096001"/>
              <a:gd name="connsiteY0" fmla="*/ 1892300 h 6858000"/>
              <a:gd name="connsiteX1" fmla="*/ 2003079 w 6096001"/>
              <a:gd name="connsiteY1" fmla="*/ 2443193 h 6858000"/>
              <a:gd name="connsiteX2" fmla="*/ 2435905 w 6096001"/>
              <a:gd name="connsiteY2" fmla="*/ 2746603 h 6858000"/>
              <a:gd name="connsiteX3" fmla="*/ 3026635 w 6096001"/>
              <a:gd name="connsiteY3" fmla="*/ 2408238 h 6858000"/>
              <a:gd name="connsiteX4" fmla="*/ 3472150 w 6096001"/>
              <a:gd name="connsiteY4" fmla="*/ 2777364 h 6858000"/>
              <a:gd name="connsiteX5" fmla="*/ 2825026 w 6096001"/>
              <a:gd name="connsiteY5" fmla="*/ 3514218 h 6858000"/>
              <a:gd name="connsiteX6" fmla="*/ 1986161 w 6096001"/>
              <a:gd name="connsiteY6" fmla="*/ 4857893 h 6858000"/>
              <a:gd name="connsiteX7" fmla="*/ 1986161 w 6096001"/>
              <a:gd name="connsiteY7" fmla="*/ 5014492 h 6858000"/>
              <a:gd name="connsiteX8" fmla="*/ 4102356 w 6096001"/>
              <a:gd name="connsiteY8" fmla="*/ 5014492 h 6858000"/>
              <a:gd name="connsiteX9" fmla="*/ 4102356 w 6096001"/>
              <a:gd name="connsiteY9" fmla="*/ 4515333 h 6858000"/>
              <a:gd name="connsiteX10" fmla="*/ 2614957 w 6096001"/>
              <a:gd name="connsiteY10" fmla="*/ 4515333 h 6858000"/>
              <a:gd name="connsiteX11" fmla="*/ 3301557 w 6096001"/>
              <a:gd name="connsiteY11" fmla="*/ 3809239 h 6858000"/>
              <a:gd name="connsiteX12" fmla="*/ 4053011 w 6096001"/>
              <a:gd name="connsiteY12" fmla="*/ 2750798 h 6858000"/>
              <a:gd name="connsiteX13" fmla="*/ 3078800 w 6096001"/>
              <a:gd name="connsiteY13" fmla="*/ 1892300 h 6858000"/>
              <a:gd name="connsiteX14" fmla="*/ 0 w 6096001"/>
              <a:gd name="connsiteY14" fmla="*/ 0 h 6858000"/>
              <a:gd name="connsiteX15" fmla="*/ 5214397 w 6096001"/>
              <a:gd name="connsiteY15" fmla="*/ 0 h 6858000"/>
              <a:gd name="connsiteX16" fmla="*/ 6096001 w 6096001"/>
              <a:gd name="connsiteY16" fmla="*/ 881604 h 6858000"/>
              <a:gd name="connsiteX17" fmla="*/ 6096001 w 6096001"/>
              <a:gd name="connsiteY17" fmla="*/ 6858000 h 6858000"/>
              <a:gd name="connsiteX18" fmla="*/ 0 w 6096001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096001" h="6858000">
                <a:moveTo>
                  <a:pt x="3078800" y="1892300"/>
                </a:moveTo>
                <a:cubicBezTo>
                  <a:pt x="2571252" y="1892300"/>
                  <a:pt x="2235706" y="2082456"/>
                  <a:pt x="2003079" y="2443193"/>
                </a:cubicBezTo>
                <a:lnTo>
                  <a:pt x="2435905" y="2746603"/>
                </a:lnTo>
                <a:cubicBezTo>
                  <a:pt x="2576891" y="2529882"/>
                  <a:pt x="2768632" y="2408238"/>
                  <a:pt x="3026635" y="2408238"/>
                </a:cubicBezTo>
                <a:cubicBezTo>
                  <a:pt x="3318476" y="2408238"/>
                  <a:pt x="3472150" y="2556447"/>
                  <a:pt x="3472150" y="2777364"/>
                </a:cubicBezTo>
                <a:cubicBezTo>
                  <a:pt x="3472150" y="3020651"/>
                  <a:pt x="3301557" y="3198224"/>
                  <a:pt x="2825026" y="3514218"/>
                </a:cubicBezTo>
                <a:cubicBezTo>
                  <a:pt x="2231476" y="3916901"/>
                  <a:pt x="1986161" y="4315389"/>
                  <a:pt x="1986161" y="4857893"/>
                </a:cubicBezTo>
                <a:lnTo>
                  <a:pt x="1986161" y="5014492"/>
                </a:lnTo>
                <a:lnTo>
                  <a:pt x="4102356" y="5014492"/>
                </a:lnTo>
                <a:lnTo>
                  <a:pt x="4102356" y="4515333"/>
                </a:lnTo>
                <a:lnTo>
                  <a:pt x="2614957" y="4515333"/>
                </a:lnTo>
                <a:cubicBezTo>
                  <a:pt x="2645974" y="4346150"/>
                  <a:pt x="2891289" y="4081889"/>
                  <a:pt x="3301557" y="3809239"/>
                </a:cubicBezTo>
                <a:cubicBezTo>
                  <a:pt x="3834483" y="3456891"/>
                  <a:pt x="4053011" y="3175852"/>
                  <a:pt x="4053011" y="2750798"/>
                </a:cubicBezTo>
                <a:cubicBezTo>
                  <a:pt x="4053011" y="2255833"/>
                  <a:pt x="3646972" y="1892300"/>
                  <a:pt x="3078800" y="1892300"/>
                </a:cubicBez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0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6A0666E-A97D-1003-AAE7-6FAEBACEBC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11" name="Text Placeholder 31">
            <a:extLst>
              <a:ext uri="{FF2B5EF4-FFF2-40B4-BE49-F238E27FC236}">
                <a16:creationId xmlns:a16="http://schemas.microsoft.com/office/drawing/2014/main" id="{098A54B8-9E40-BE44-A31D-00E6FC191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D2EDCB25-8A4E-9719-E303-B63EBFFB05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50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B3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27288C-7259-9C4C-AE4F-E7A2FDA0B2B2}"/>
              </a:ext>
            </a:extLst>
          </p:cNvPr>
          <p:cNvSpPr/>
          <p:nvPr userDrawn="1"/>
        </p:nvSpPr>
        <p:spPr>
          <a:xfrm>
            <a:off x="83127" y="105798"/>
            <a:ext cx="4898251" cy="6635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6D7151-EE44-6D41-A861-17BC5B8F00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6096001" cy="6858000"/>
          </a:xfrm>
          <a:custGeom>
            <a:avLst/>
            <a:gdLst>
              <a:gd name="connsiteX0" fmla="*/ 3115819 w 6096001"/>
              <a:gd name="connsiteY0" fmla="*/ 1901215 h 6858000"/>
              <a:gd name="connsiteX1" fmla="*/ 2096475 w 6096001"/>
              <a:gd name="connsiteY1" fmla="*/ 2469051 h 6858000"/>
              <a:gd name="connsiteX2" fmla="*/ 2517092 w 6096001"/>
              <a:gd name="connsiteY2" fmla="*/ 2737003 h 6858000"/>
              <a:gd name="connsiteX3" fmla="*/ 3061016 w 6096001"/>
              <a:gd name="connsiteY3" fmla="*/ 2401022 h 6858000"/>
              <a:gd name="connsiteX4" fmla="*/ 3455600 w 6096001"/>
              <a:gd name="connsiteY4" fmla="*/ 2732838 h 6858000"/>
              <a:gd name="connsiteX5" fmla="*/ 2725345 w 6096001"/>
              <a:gd name="connsiteY5" fmla="*/ 3202101 h 6858000"/>
              <a:gd name="connsiteX6" fmla="*/ 2725345 w 6096001"/>
              <a:gd name="connsiteY6" fmla="*/ 3663034 h 6858000"/>
              <a:gd name="connsiteX7" fmla="*/ 3570688 w 6096001"/>
              <a:gd name="connsiteY7" fmla="*/ 4110083 h 6858000"/>
              <a:gd name="connsiteX8" fmla="*/ 3044575 w 6096001"/>
              <a:gd name="connsiteY8" fmla="*/ 4544637 h 6858000"/>
              <a:gd name="connsiteX9" fmla="*/ 2300618 w 6096001"/>
              <a:gd name="connsiteY9" fmla="*/ 4273909 h 6858000"/>
              <a:gd name="connsiteX10" fmla="*/ 1977278 w 6096001"/>
              <a:gd name="connsiteY10" fmla="*/ 4712628 h 6858000"/>
              <a:gd name="connsiteX11" fmla="*/ 1978648 w 6096001"/>
              <a:gd name="connsiteY11" fmla="*/ 4711240 h 6858000"/>
              <a:gd name="connsiteX12" fmla="*/ 3048685 w 6096001"/>
              <a:gd name="connsiteY12" fmla="*/ 5043056 h 6858000"/>
              <a:gd name="connsiteX13" fmla="*/ 4118722 w 6096001"/>
              <a:gd name="connsiteY13" fmla="*/ 4126744 h 6858000"/>
              <a:gd name="connsiteX14" fmla="*/ 3455600 w 6096001"/>
              <a:gd name="connsiteY14" fmla="*/ 3360373 h 6858000"/>
              <a:gd name="connsiteX15" fmla="*/ 3999524 w 6096001"/>
              <a:gd name="connsiteY15" fmla="*/ 2628712 h 6858000"/>
              <a:gd name="connsiteX16" fmla="*/ 3115819 w 6096001"/>
              <a:gd name="connsiteY16" fmla="*/ 1901215 h 6858000"/>
              <a:gd name="connsiteX17" fmla="*/ 0 w 6096001"/>
              <a:gd name="connsiteY17" fmla="*/ 0 h 6858000"/>
              <a:gd name="connsiteX18" fmla="*/ 5214397 w 6096001"/>
              <a:gd name="connsiteY18" fmla="*/ 0 h 6858000"/>
              <a:gd name="connsiteX19" fmla="*/ 6096001 w 6096001"/>
              <a:gd name="connsiteY19" fmla="*/ 881604 h 6858000"/>
              <a:gd name="connsiteX20" fmla="*/ 6096001 w 6096001"/>
              <a:gd name="connsiteY20" fmla="*/ 6858000 h 6858000"/>
              <a:gd name="connsiteX21" fmla="*/ 0 w 6096001"/>
              <a:gd name="connsiteY2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1" h="6858000">
                <a:moveTo>
                  <a:pt x="3115819" y="1901215"/>
                </a:moveTo>
                <a:cubicBezTo>
                  <a:pt x="2614368" y="1901215"/>
                  <a:pt x="2278697" y="2128905"/>
                  <a:pt x="2096475" y="2469051"/>
                </a:cubicBezTo>
                <a:lnTo>
                  <a:pt x="2517092" y="2737003"/>
                </a:lnTo>
                <a:cubicBezTo>
                  <a:pt x="2602037" y="2581508"/>
                  <a:pt x="2780148" y="2401022"/>
                  <a:pt x="3061016" y="2401022"/>
                </a:cubicBezTo>
                <a:cubicBezTo>
                  <a:pt x="3302151" y="2401022"/>
                  <a:pt x="3455600" y="2534304"/>
                  <a:pt x="3455600" y="2732838"/>
                </a:cubicBezTo>
                <a:cubicBezTo>
                  <a:pt x="3455600" y="2964693"/>
                  <a:pt x="3285710" y="3197936"/>
                  <a:pt x="2725345" y="3202101"/>
                </a:cubicBezTo>
                <a:lnTo>
                  <a:pt x="2725345" y="3663034"/>
                </a:lnTo>
                <a:cubicBezTo>
                  <a:pt x="3303521" y="3663034"/>
                  <a:pt x="3570688" y="3825471"/>
                  <a:pt x="3570688" y="4110083"/>
                </a:cubicBezTo>
                <a:cubicBezTo>
                  <a:pt x="3570688" y="4372481"/>
                  <a:pt x="3384356" y="4544637"/>
                  <a:pt x="3044575" y="4544637"/>
                </a:cubicBezTo>
                <a:cubicBezTo>
                  <a:pt x="2737676" y="4544637"/>
                  <a:pt x="2504761" y="4433570"/>
                  <a:pt x="2300618" y="4273909"/>
                </a:cubicBezTo>
                <a:lnTo>
                  <a:pt x="1977278" y="4712628"/>
                </a:lnTo>
                <a:lnTo>
                  <a:pt x="1978648" y="4711240"/>
                </a:lnTo>
                <a:cubicBezTo>
                  <a:pt x="2271846" y="4926434"/>
                  <a:pt x="2581486" y="5043056"/>
                  <a:pt x="3048685" y="5043056"/>
                </a:cubicBezTo>
                <a:cubicBezTo>
                  <a:pt x="3698106" y="5043056"/>
                  <a:pt x="4118722" y="4659870"/>
                  <a:pt x="4118722" y="4126744"/>
                </a:cubicBezTo>
                <a:cubicBezTo>
                  <a:pt x="4118722" y="3708850"/>
                  <a:pt x="3863886" y="3468665"/>
                  <a:pt x="3455600" y="3360373"/>
                </a:cubicBezTo>
                <a:cubicBezTo>
                  <a:pt x="3791271" y="3239587"/>
                  <a:pt x="3999524" y="2999402"/>
                  <a:pt x="3999524" y="2628712"/>
                </a:cubicBezTo>
                <a:cubicBezTo>
                  <a:pt x="3999524" y="2206653"/>
                  <a:pt x="3617271" y="1901215"/>
                  <a:pt x="3115819" y="1901215"/>
                </a:cubicBez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0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25C2FE18-7101-835D-ADE0-E6D02E757D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12" name="Text Placeholder 31">
            <a:extLst>
              <a:ext uri="{FF2B5EF4-FFF2-40B4-BE49-F238E27FC236}">
                <a16:creationId xmlns:a16="http://schemas.microsoft.com/office/drawing/2014/main" id="{E4418E5A-E58F-0B96-77BA-27495CF8E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92161D63-DA72-CE8F-BD93-FF25A7E8B0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11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B4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27288C-7259-9C4C-AE4F-E7A2FDA0B2B2}"/>
              </a:ext>
            </a:extLst>
          </p:cNvPr>
          <p:cNvSpPr/>
          <p:nvPr userDrawn="1"/>
        </p:nvSpPr>
        <p:spPr>
          <a:xfrm>
            <a:off x="83127" y="105798"/>
            <a:ext cx="4898251" cy="6635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66FEC1B-CB13-FBEB-0D56-B30A0523DF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3218999 w 6096001"/>
              <a:gd name="connsiteY0" fmla="*/ 2668987 h 6858000"/>
              <a:gd name="connsiteX1" fmla="*/ 3218999 w 6096001"/>
              <a:gd name="connsiteY1" fmla="*/ 3752595 h 6858000"/>
              <a:gd name="connsiteX2" fmla="*/ 2442001 w 6096001"/>
              <a:gd name="connsiteY2" fmla="*/ 3752595 h 6858000"/>
              <a:gd name="connsiteX3" fmla="*/ 3218999 w 6096001"/>
              <a:gd name="connsiteY3" fmla="*/ 1883188 h 6858000"/>
              <a:gd name="connsiteX4" fmla="*/ 1820976 w 6096001"/>
              <a:gd name="connsiteY4" fmla="*/ 3839578 h 6858000"/>
              <a:gd name="connsiteX5" fmla="*/ 1820976 w 6096001"/>
              <a:gd name="connsiteY5" fmla="*/ 4242061 h 6858000"/>
              <a:gd name="connsiteX6" fmla="*/ 3218999 w 6096001"/>
              <a:gd name="connsiteY6" fmla="*/ 4242061 h 6858000"/>
              <a:gd name="connsiteX7" fmla="*/ 3218999 w 6096001"/>
              <a:gd name="connsiteY7" fmla="*/ 5164970 h 6858000"/>
              <a:gd name="connsiteX8" fmla="*/ 3791372 w 6096001"/>
              <a:gd name="connsiteY8" fmla="*/ 5164970 h 6858000"/>
              <a:gd name="connsiteX9" fmla="*/ 3791372 w 6096001"/>
              <a:gd name="connsiteY9" fmla="*/ 4242061 h 6858000"/>
              <a:gd name="connsiteX10" fmla="*/ 4275028 w 6096001"/>
              <a:gd name="connsiteY10" fmla="*/ 4242061 h 6858000"/>
              <a:gd name="connsiteX11" fmla="*/ 4275028 w 6096001"/>
              <a:gd name="connsiteY11" fmla="*/ 3752595 h 6858000"/>
              <a:gd name="connsiteX12" fmla="*/ 3791372 w 6096001"/>
              <a:gd name="connsiteY12" fmla="*/ 3752595 h 6858000"/>
              <a:gd name="connsiteX13" fmla="*/ 3791372 w 6096001"/>
              <a:gd name="connsiteY13" fmla="*/ 1883188 h 6858000"/>
              <a:gd name="connsiteX14" fmla="*/ 0 w 6096001"/>
              <a:gd name="connsiteY14" fmla="*/ 0 h 6858000"/>
              <a:gd name="connsiteX15" fmla="*/ 5214397 w 6096001"/>
              <a:gd name="connsiteY15" fmla="*/ 0 h 6858000"/>
              <a:gd name="connsiteX16" fmla="*/ 6096001 w 6096001"/>
              <a:gd name="connsiteY16" fmla="*/ 881604 h 6858000"/>
              <a:gd name="connsiteX17" fmla="*/ 6096001 w 6096001"/>
              <a:gd name="connsiteY17" fmla="*/ 6858000 h 6858000"/>
              <a:gd name="connsiteX18" fmla="*/ 0 w 6096001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096001" h="6858000">
                <a:moveTo>
                  <a:pt x="3218999" y="2668987"/>
                </a:moveTo>
                <a:lnTo>
                  <a:pt x="3218999" y="3752595"/>
                </a:lnTo>
                <a:lnTo>
                  <a:pt x="2442001" y="3752595"/>
                </a:lnTo>
                <a:close/>
                <a:moveTo>
                  <a:pt x="3218999" y="1883188"/>
                </a:moveTo>
                <a:lnTo>
                  <a:pt x="1820976" y="3839578"/>
                </a:lnTo>
                <a:lnTo>
                  <a:pt x="1820976" y="4242061"/>
                </a:lnTo>
                <a:lnTo>
                  <a:pt x="3218999" y="4242061"/>
                </a:lnTo>
                <a:lnTo>
                  <a:pt x="3218999" y="5164970"/>
                </a:lnTo>
                <a:lnTo>
                  <a:pt x="3791372" y="5164970"/>
                </a:lnTo>
                <a:lnTo>
                  <a:pt x="3791372" y="4242061"/>
                </a:lnTo>
                <a:lnTo>
                  <a:pt x="4275028" y="4242061"/>
                </a:lnTo>
                <a:lnTo>
                  <a:pt x="4275028" y="3752595"/>
                </a:lnTo>
                <a:lnTo>
                  <a:pt x="3791372" y="3752595"/>
                </a:lnTo>
                <a:lnTo>
                  <a:pt x="3791372" y="1883188"/>
                </a:ln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685E723E-9B95-DE16-D2D8-EB21AE8AD0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92B6EC2E-829A-8421-4DF9-E5CDC6DA54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F5E1A09F-B78A-DDB1-DF77-5DD67BA39F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02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B5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27288C-7259-9C4C-AE4F-E7A2FDA0B2B2}"/>
              </a:ext>
            </a:extLst>
          </p:cNvPr>
          <p:cNvSpPr/>
          <p:nvPr userDrawn="1"/>
        </p:nvSpPr>
        <p:spPr>
          <a:xfrm>
            <a:off x="83127" y="105798"/>
            <a:ext cx="4898251" cy="6635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5DBAFD-23F0-1A0E-5FDF-8321772FC3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6096001" cy="6858000"/>
          </a:xfrm>
          <a:custGeom>
            <a:avLst/>
            <a:gdLst>
              <a:gd name="connsiteX0" fmla="*/ 2264571 w 6096001"/>
              <a:gd name="connsiteY0" fmla="*/ 1883188 h 6858000"/>
              <a:gd name="connsiteX1" fmla="*/ 2167943 w 6096001"/>
              <a:gd name="connsiteY1" fmla="*/ 3625805 h 6858000"/>
              <a:gd name="connsiteX2" fmla="*/ 2578239 w 6096001"/>
              <a:gd name="connsiteY2" fmla="*/ 3754069 h 6858000"/>
              <a:gd name="connsiteX3" fmla="*/ 3056918 w 6096001"/>
              <a:gd name="connsiteY3" fmla="*/ 3625805 h 6858000"/>
              <a:gd name="connsiteX4" fmla="*/ 3638171 w 6096001"/>
              <a:gd name="connsiteY4" fmla="*/ 4124117 h 6858000"/>
              <a:gd name="connsiteX5" fmla="*/ 3047999 w 6096001"/>
              <a:gd name="connsiteY5" fmla="*/ 4644543 h 6858000"/>
              <a:gd name="connsiteX6" fmla="*/ 2222946 w 6096001"/>
              <a:gd name="connsiteY6" fmla="*/ 4342313 h 6858000"/>
              <a:gd name="connsiteX7" fmla="*/ 1933063 w 6096001"/>
              <a:gd name="connsiteY7" fmla="*/ 4822933 h 6858000"/>
              <a:gd name="connsiteX8" fmla="*/ 3058405 w 6096001"/>
              <a:gd name="connsiteY8" fmla="*/ 5175290 h 6858000"/>
              <a:gd name="connsiteX9" fmla="*/ 4229830 w 6096001"/>
              <a:gd name="connsiteY9" fmla="*/ 4110849 h 6858000"/>
              <a:gd name="connsiteX10" fmla="*/ 3178818 w 6096001"/>
              <a:gd name="connsiteY10" fmla="*/ 3114225 h 6858000"/>
              <a:gd name="connsiteX11" fmla="*/ 2689733 w 6096001"/>
              <a:gd name="connsiteY11" fmla="*/ 3214477 h 6858000"/>
              <a:gd name="connsiteX12" fmla="*/ 2744736 w 6096001"/>
              <a:gd name="connsiteY12" fmla="*/ 2409511 h 6858000"/>
              <a:gd name="connsiteX13" fmla="*/ 4026169 w 6096001"/>
              <a:gd name="connsiteY13" fmla="*/ 2409511 h 6858000"/>
              <a:gd name="connsiteX14" fmla="*/ 4026169 w 6096001"/>
              <a:gd name="connsiteY14" fmla="*/ 1883188 h 6858000"/>
              <a:gd name="connsiteX15" fmla="*/ 0 w 6096001"/>
              <a:gd name="connsiteY15" fmla="*/ 0 h 6858000"/>
              <a:gd name="connsiteX16" fmla="*/ 5214397 w 6096001"/>
              <a:gd name="connsiteY16" fmla="*/ 0 h 6858000"/>
              <a:gd name="connsiteX17" fmla="*/ 6096001 w 6096001"/>
              <a:gd name="connsiteY17" fmla="*/ 881604 h 6858000"/>
              <a:gd name="connsiteX18" fmla="*/ 6096001 w 6096001"/>
              <a:gd name="connsiteY18" fmla="*/ 6858000 h 6858000"/>
              <a:gd name="connsiteX19" fmla="*/ 0 w 6096001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96001" h="6858000">
                <a:moveTo>
                  <a:pt x="2264571" y="1883188"/>
                </a:moveTo>
                <a:lnTo>
                  <a:pt x="2167943" y="3625805"/>
                </a:lnTo>
                <a:lnTo>
                  <a:pt x="2578239" y="3754069"/>
                </a:lnTo>
                <a:cubicBezTo>
                  <a:pt x="2706085" y="3671508"/>
                  <a:pt x="2863663" y="3625805"/>
                  <a:pt x="3056918" y="3625805"/>
                </a:cubicBezTo>
                <a:cubicBezTo>
                  <a:pt x="3412211" y="3625805"/>
                  <a:pt x="3638171" y="3814515"/>
                  <a:pt x="3638171" y="4124117"/>
                </a:cubicBezTo>
                <a:cubicBezTo>
                  <a:pt x="3638171" y="4433719"/>
                  <a:pt x="3412211" y="4644543"/>
                  <a:pt x="3047999" y="4644543"/>
                </a:cubicBezTo>
                <a:cubicBezTo>
                  <a:pt x="2720951" y="4644543"/>
                  <a:pt x="2435527" y="4511857"/>
                  <a:pt x="2222946" y="4342313"/>
                </a:cubicBezTo>
                <a:lnTo>
                  <a:pt x="1933063" y="4822933"/>
                </a:lnTo>
                <a:cubicBezTo>
                  <a:pt x="2173889" y="5024912"/>
                  <a:pt x="2542561" y="5175290"/>
                  <a:pt x="3058405" y="5175290"/>
                </a:cubicBezTo>
                <a:cubicBezTo>
                  <a:pt x="3755611" y="5175290"/>
                  <a:pt x="4229830" y="4728578"/>
                  <a:pt x="4229830" y="4110849"/>
                </a:cubicBezTo>
                <a:cubicBezTo>
                  <a:pt x="4229830" y="3493119"/>
                  <a:pt x="3801695" y="3114225"/>
                  <a:pt x="3178818" y="3114225"/>
                </a:cubicBezTo>
                <a:cubicBezTo>
                  <a:pt x="3007861" y="3114225"/>
                  <a:pt x="2810146" y="3155505"/>
                  <a:pt x="2689733" y="3214477"/>
                </a:cubicBezTo>
                <a:lnTo>
                  <a:pt x="2744736" y="2409511"/>
                </a:lnTo>
                <a:lnTo>
                  <a:pt x="4026169" y="2409511"/>
                </a:lnTo>
                <a:lnTo>
                  <a:pt x="4026169" y="1883188"/>
                </a:ln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40CB19B9-B076-F72F-4871-28E7733860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A7A9F534-6D07-AD6C-9EA8-9F5BCBDDD1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E08C2AF9-EEEE-9D1D-FE3A-8ED3A3646F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0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 B6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27288C-7259-9C4C-AE4F-E7A2FDA0B2B2}"/>
              </a:ext>
            </a:extLst>
          </p:cNvPr>
          <p:cNvSpPr/>
          <p:nvPr userDrawn="1"/>
        </p:nvSpPr>
        <p:spPr>
          <a:xfrm>
            <a:off x="83127" y="105798"/>
            <a:ext cx="4898251" cy="6635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F971249-5979-2368-F1C4-62CA7A3E8D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3077268 w 6096001"/>
              <a:gd name="connsiteY0" fmla="*/ 3517274 h 6858000"/>
              <a:gd name="connsiteX1" fmla="*/ 3608256 w 6096001"/>
              <a:gd name="connsiteY1" fmla="*/ 4024085 h 6858000"/>
              <a:gd name="connsiteX2" fmla="*/ 3609649 w 6096001"/>
              <a:gd name="connsiteY2" fmla="*/ 4025458 h 6858000"/>
              <a:gd name="connsiteX3" fmla="*/ 3064725 w 6096001"/>
              <a:gd name="connsiteY3" fmla="*/ 4548751 h 6858000"/>
              <a:gd name="connsiteX4" fmla="*/ 2503076 w 6096001"/>
              <a:gd name="connsiteY4" fmla="*/ 3973266 h 6858000"/>
              <a:gd name="connsiteX5" fmla="*/ 3077268 w 6096001"/>
              <a:gd name="connsiteY5" fmla="*/ 3517274 h 6858000"/>
              <a:gd name="connsiteX6" fmla="*/ 3834030 w 6096001"/>
              <a:gd name="connsiteY6" fmla="*/ 1925421 h 6858000"/>
              <a:gd name="connsiteX7" fmla="*/ 1945608 w 6096001"/>
              <a:gd name="connsiteY7" fmla="*/ 3731535 h 6858000"/>
              <a:gd name="connsiteX8" fmla="*/ 3085630 w 6096001"/>
              <a:gd name="connsiteY8" fmla="*/ 5025345 h 6858000"/>
              <a:gd name="connsiteX9" fmla="*/ 4148999 w 6096001"/>
              <a:gd name="connsiteY9" fmla="*/ 4015844 h 6858000"/>
              <a:gd name="connsiteX10" fmla="*/ 4150393 w 6096001"/>
              <a:gd name="connsiteY10" fmla="*/ 4015844 h 6858000"/>
              <a:gd name="connsiteX11" fmla="*/ 3195730 w 6096001"/>
              <a:gd name="connsiteY11" fmla="*/ 3083257 h 6858000"/>
              <a:gd name="connsiteX12" fmla="*/ 2525374 w 6096001"/>
              <a:gd name="connsiteY12" fmla="*/ 3338723 h 6858000"/>
              <a:gd name="connsiteX13" fmla="*/ 3946917 w 6096001"/>
              <a:gd name="connsiteY13" fmla="*/ 2402015 h 6858000"/>
              <a:gd name="connsiteX14" fmla="*/ 0 w 6096001"/>
              <a:gd name="connsiteY14" fmla="*/ 0 h 6858000"/>
              <a:gd name="connsiteX15" fmla="*/ 5214397 w 6096001"/>
              <a:gd name="connsiteY15" fmla="*/ 0 h 6858000"/>
              <a:gd name="connsiteX16" fmla="*/ 6096001 w 6096001"/>
              <a:gd name="connsiteY16" fmla="*/ 881604 h 6858000"/>
              <a:gd name="connsiteX17" fmla="*/ 6096001 w 6096001"/>
              <a:gd name="connsiteY17" fmla="*/ 6858000 h 6858000"/>
              <a:gd name="connsiteX18" fmla="*/ 0 w 6096001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096001" h="6858000">
                <a:moveTo>
                  <a:pt x="3077268" y="3517274"/>
                </a:moveTo>
                <a:cubicBezTo>
                  <a:pt x="3396418" y="3517274"/>
                  <a:pt x="3608256" y="3704066"/>
                  <a:pt x="3608256" y="4024085"/>
                </a:cubicBezTo>
                <a:lnTo>
                  <a:pt x="3609649" y="4025458"/>
                </a:lnTo>
                <a:cubicBezTo>
                  <a:pt x="3609649" y="4352344"/>
                  <a:pt x="3379694" y="4548751"/>
                  <a:pt x="3064725" y="4548751"/>
                </a:cubicBezTo>
                <a:cubicBezTo>
                  <a:pt x="2727457" y="4548751"/>
                  <a:pt x="2503076" y="4293285"/>
                  <a:pt x="2503076" y="3973266"/>
                </a:cubicBezTo>
                <a:cubicBezTo>
                  <a:pt x="2503076" y="3691705"/>
                  <a:pt x="2779022" y="3517274"/>
                  <a:pt x="3077268" y="3517274"/>
                </a:cubicBezTo>
                <a:close/>
                <a:moveTo>
                  <a:pt x="3834030" y="1925421"/>
                </a:moveTo>
                <a:cubicBezTo>
                  <a:pt x="2503076" y="1967999"/>
                  <a:pt x="1945608" y="2776973"/>
                  <a:pt x="1945608" y="3731535"/>
                </a:cubicBezTo>
                <a:cubicBezTo>
                  <a:pt x="1945608" y="4574847"/>
                  <a:pt x="2416668" y="5025345"/>
                  <a:pt x="3085630" y="5025345"/>
                </a:cubicBezTo>
                <a:cubicBezTo>
                  <a:pt x="3700238" y="5025345"/>
                  <a:pt x="4148999" y="4616051"/>
                  <a:pt x="4148999" y="4015844"/>
                </a:cubicBezTo>
                <a:lnTo>
                  <a:pt x="4150393" y="4015844"/>
                </a:lnTo>
                <a:cubicBezTo>
                  <a:pt x="4150393" y="3432119"/>
                  <a:pt x="3730899" y="3083257"/>
                  <a:pt x="3195730" y="3083257"/>
                </a:cubicBezTo>
                <a:cubicBezTo>
                  <a:pt x="2897484" y="3083257"/>
                  <a:pt x="2654986" y="3210990"/>
                  <a:pt x="2525374" y="3338723"/>
                </a:cubicBezTo>
                <a:cubicBezTo>
                  <a:pt x="2710732" y="2700059"/>
                  <a:pt x="3160888" y="2436352"/>
                  <a:pt x="3946917" y="2402015"/>
                </a:cubicBezTo>
                <a:close/>
                <a:moveTo>
                  <a:pt x="0" y="0"/>
                </a:moveTo>
                <a:lnTo>
                  <a:pt x="5214397" y="0"/>
                </a:lnTo>
                <a:cubicBezTo>
                  <a:pt x="5701293" y="0"/>
                  <a:pt x="6096001" y="394708"/>
                  <a:pt x="6096001" y="881604"/>
                </a:cubicBezTo>
                <a:lnTo>
                  <a:pt x="6096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90F01191-6B5C-8711-84AB-0C200ABE5B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3214" y="2843359"/>
            <a:ext cx="5012580" cy="2476786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Aft>
                <a:spcPts val="0"/>
              </a:spcAft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Section title goes here</a:t>
            </a:r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CC808A73-1645-699E-2C12-C2D15CC52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214" y="2189162"/>
            <a:ext cx="5012580" cy="540077"/>
          </a:xfrm>
        </p:spPr>
        <p:txBody>
          <a:bodyPr>
            <a:normAutofit/>
          </a:bodyPr>
          <a:lstStyle>
            <a:lvl1pPr>
              <a:defRPr sz="1400" spc="3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GB"/>
              <a:t>SUBTITLE GOES HERE: TYPE IN CAPITALS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4E169F14-1E16-9243-289F-93D03FEC2F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83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9FFAF13-E12B-E54E-B2B2-5142A884DB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719" y="2936557"/>
            <a:ext cx="11154344" cy="984885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6FF7D338-0088-4F0F-1015-58C9A849BA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30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+ Imag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9FFAF13-E12B-E54E-B2B2-5142A884DB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3106" y="2169758"/>
            <a:ext cx="4692628" cy="2518484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B4768C2A-8E3C-DC4A-8FF7-DCBDDC643F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6096001" cy="6858000"/>
          </a:xfrm>
          <a:prstGeom prst="round1Rect">
            <a:avLst>
              <a:gd name="adj" fmla="val 14462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08C3F058-0843-B8FA-61EE-F4985594B2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43358" y="0"/>
            <a:ext cx="948642" cy="9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37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11144930" cy="4608511"/>
          </a:xfrm>
        </p:spPr>
        <p:txBody>
          <a:bodyPr numCol="1" spcCol="18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34228F5D-C873-6B19-E52F-EDFFE8DE8C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511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11144930" cy="4608511"/>
          </a:xfrm>
        </p:spPr>
        <p:txBody>
          <a:bodyPr numCol="2" spcCol="54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0BF7227F-C5C9-0024-1DB5-90B9AC41D1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34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11144930" cy="4608511"/>
          </a:xfrm>
        </p:spPr>
        <p:txBody>
          <a:bodyPr numCol="2" spcCol="360000"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66C09854-C9F2-F4DA-C703-84FAC560D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29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11144930" cy="4608511"/>
          </a:xfrm>
        </p:spPr>
        <p:txBody>
          <a:bodyPr numCol="2" spcCol="360000"/>
          <a:lstStyle>
            <a:lvl1pPr marL="457200" indent="-457200">
              <a:buClr>
                <a:schemeClr val="bg2"/>
              </a:buClr>
              <a:buFont typeface="+mj-lt"/>
              <a:buAutoNum type="arabicPeriod"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7EE164F2-DA6B-3CE0-0317-2A23E698A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440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708830"/>
            <a:ext cx="11144930" cy="4204608"/>
          </a:xfrm>
        </p:spPr>
        <p:txBody>
          <a:bodyPr numCol="2" spcCol="54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BE7520D-509A-F842-94ED-AAD1AE6286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DBACBA73-4AE9-D5ED-72B0-2F7ACAFA3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584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ullet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708830"/>
            <a:ext cx="11144930" cy="4204608"/>
          </a:xfrm>
        </p:spPr>
        <p:txBody>
          <a:bodyPr numCol="2" spcCol="360000"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BE7520D-509A-F842-94ED-AAD1AE6286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653F2CD3-5923-913D-8B0A-8BAB81847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937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Number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708830"/>
            <a:ext cx="11144930" cy="4204608"/>
          </a:xfrm>
        </p:spPr>
        <p:txBody>
          <a:bodyPr numCol="2" spcCol="360000"/>
          <a:lstStyle>
            <a:lvl1pPr marL="457200" indent="-457200">
              <a:buClr>
                <a:schemeClr val="bg2"/>
              </a:buClr>
              <a:buFont typeface="+mj-lt"/>
              <a:buAutoNum type="arabicPeriod"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BE7520D-509A-F842-94ED-AAD1AE6286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2F9D2B24-3BA0-69F4-1037-6DB8F788E5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794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ections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BE7520D-509A-F842-94ED-AAD1AE6286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3534" y="1319651"/>
            <a:ext cx="5358213" cy="343847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867F760-C803-3AA5-7534-42750FD6DB1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2" y="1708830"/>
            <a:ext cx="5343019" cy="4204608"/>
          </a:xfrm>
        </p:spPr>
        <p:txBody>
          <a:bodyPr numCol="1" spcCol="180000">
            <a:normAutofit/>
          </a:bodyPr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1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7E7DAA2-4D74-8F73-20DD-AB5A220C5D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7851" y="1319651"/>
            <a:ext cx="5358213" cy="343847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1E0345EA-841F-0CDC-4D3D-6F8A441AA78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333045" y="1708830"/>
            <a:ext cx="5343019" cy="4204608"/>
          </a:xfrm>
        </p:spPr>
        <p:txBody>
          <a:bodyPr numCol="1" spcCol="180000">
            <a:normAutofit/>
          </a:bodyPr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1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F5FF50CE-64C9-0BDD-495F-107AB62988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968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ection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BE7520D-509A-F842-94ED-AAD1AE6286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9" y="1319651"/>
            <a:ext cx="3495194" cy="343847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867F760-C803-3AA5-7534-42750FD6DB1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2" y="1708830"/>
            <a:ext cx="3485283" cy="4204608"/>
          </a:xfrm>
        </p:spPr>
        <p:txBody>
          <a:bodyPr numCol="1" spcCol="180000">
            <a:normAutofit/>
          </a:bodyPr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1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FBFCDEF-6E12-C006-44B4-B2738D0792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0334" y="1319651"/>
            <a:ext cx="3495194" cy="343847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3B5895DB-1292-CE69-F1CC-CA026DACAC1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395527" y="1708830"/>
            <a:ext cx="3485283" cy="4204608"/>
          </a:xfrm>
        </p:spPr>
        <p:txBody>
          <a:bodyPr numCol="1" spcCol="180000">
            <a:normAutofit/>
          </a:bodyPr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1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394A274-82C6-2D1C-8004-8E7FF7B76E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69806" y="1319651"/>
            <a:ext cx="3495194" cy="343847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B32BCAEC-CD76-D152-C494-48F60F7BFD4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184999" y="1708830"/>
            <a:ext cx="3485283" cy="4204608"/>
          </a:xfrm>
        </p:spPr>
        <p:txBody>
          <a:bodyPr numCol="1" spcCol="180000">
            <a:normAutofit/>
          </a:bodyPr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1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F8ABF193-932E-FDE3-4258-2C6D6F9EF1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681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34B91B1-8758-0946-BB4D-13DA0D9CFAE1}"/>
              </a:ext>
            </a:extLst>
          </p:cNvPr>
          <p:cNvSpPr/>
          <p:nvPr userDrawn="1"/>
        </p:nvSpPr>
        <p:spPr>
          <a:xfrm>
            <a:off x="6241145" y="1191566"/>
            <a:ext cx="5434921" cy="4721869"/>
          </a:xfrm>
          <a:prstGeom prst="roundRect">
            <a:avLst>
              <a:gd name="adj" fmla="val 485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FD39105-B790-2C4F-B73F-33A5D9995EDE}"/>
              </a:ext>
            </a:extLst>
          </p:cNvPr>
          <p:cNvSpPr/>
          <p:nvPr userDrawn="1"/>
        </p:nvSpPr>
        <p:spPr>
          <a:xfrm>
            <a:off x="515936" y="1191566"/>
            <a:ext cx="5434921" cy="4721869"/>
          </a:xfrm>
          <a:prstGeom prst="roundRect">
            <a:avLst>
              <a:gd name="adj" fmla="val 485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9DFE4E8-481D-4E4A-B357-9B609A673B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167" y="1378325"/>
            <a:ext cx="5036457" cy="172338"/>
          </a:xfrm>
        </p:spPr>
        <p:txBody>
          <a:bodyPr>
            <a:normAutofit/>
          </a:bodyPr>
          <a:lstStyle>
            <a:lvl1pPr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79EED86D-C792-B740-BC35-66A672B076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167" y="2154362"/>
            <a:ext cx="5036457" cy="360780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CE98006B-2C07-2C4F-A8AC-A5AC433ED8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167" y="1597378"/>
            <a:ext cx="5036457" cy="382134"/>
          </a:xfrm>
        </p:spPr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40C03D58-F9E4-0944-BD0B-946EEFB247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40376" y="1378325"/>
            <a:ext cx="5036457" cy="172338"/>
          </a:xfrm>
        </p:spPr>
        <p:txBody>
          <a:bodyPr>
            <a:normAutofit/>
          </a:bodyPr>
          <a:lstStyle>
            <a:lvl1pPr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80BF694F-37D7-D44B-8712-1767A33CD1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40376" y="2154362"/>
            <a:ext cx="5036457" cy="360780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1C6985EF-42F3-0D40-99CA-20F5F21446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40376" y="1597378"/>
            <a:ext cx="5036457" cy="382134"/>
          </a:xfrm>
        </p:spPr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BC1DE666-798D-8D29-106B-102D4A0C66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475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Text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FD39105-B790-2C4F-B73F-33A5D9995EDE}"/>
              </a:ext>
            </a:extLst>
          </p:cNvPr>
          <p:cNvSpPr/>
          <p:nvPr userDrawn="1"/>
        </p:nvSpPr>
        <p:spPr>
          <a:xfrm>
            <a:off x="515935" y="1191566"/>
            <a:ext cx="3604651" cy="4721869"/>
          </a:xfrm>
          <a:prstGeom prst="roundRect">
            <a:avLst>
              <a:gd name="adj" fmla="val 485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9DFE4E8-481D-4E4A-B357-9B609A673B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167" y="1378325"/>
            <a:ext cx="3214437" cy="172338"/>
          </a:xfrm>
        </p:spPr>
        <p:txBody>
          <a:bodyPr>
            <a:normAutofit/>
          </a:bodyPr>
          <a:lstStyle>
            <a:lvl1pPr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79EED86D-C792-B740-BC35-66A672B076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167" y="2154362"/>
            <a:ext cx="3214437" cy="360780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CE98006B-2C07-2C4F-A8AC-A5AC433ED8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167" y="1597378"/>
            <a:ext cx="3214437" cy="382134"/>
          </a:xfrm>
        </p:spPr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64DF4DD-379B-FE5B-85E1-F80F85D07E89}"/>
              </a:ext>
            </a:extLst>
          </p:cNvPr>
          <p:cNvSpPr/>
          <p:nvPr userDrawn="1"/>
        </p:nvSpPr>
        <p:spPr>
          <a:xfrm>
            <a:off x="4290784" y="1191566"/>
            <a:ext cx="3604650" cy="4721869"/>
          </a:xfrm>
          <a:prstGeom prst="roundRect">
            <a:avLst>
              <a:gd name="adj" fmla="val 485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602ADDF3-C22C-9F63-2736-9FAAEA9A1E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0015" y="1378325"/>
            <a:ext cx="3201361" cy="172338"/>
          </a:xfrm>
        </p:spPr>
        <p:txBody>
          <a:bodyPr>
            <a:normAutofit/>
          </a:bodyPr>
          <a:lstStyle>
            <a:lvl1pPr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EC84208B-5390-D845-9BFC-BBE060B525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0015" y="2154362"/>
            <a:ext cx="3201361" cy="360780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62DC5739-6579-EFF5-5EE5-B79F9F4E34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0015" y="1597378"/>
            <a:ext cx="3201361" cy="382134"/>
          </a:xfrm>
        </p:spPr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0FC7906-8744-F3F8-AA4F-08ADB6E6D43E}"/>
              </a:ext>
            </a:extLst>
          </p:cNvPr>
          <p:cNvSpPr/>
          <p:nvPr userDrawn="1"/>
        </p:nvSpPr>
        <p:spPr>
          <a:xfrm>
            <a:off x="8065632" y="1191566"/>
            <a:ext cx="3604650" cy="4721869"/>
          </a:xfrm>
          <a:prstGeom prst="roundRect">
            <a:avLst>
              <a:gd name="adj" fmla="val 485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F3AC3934-9579-D587-96AD-27B72F22B2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64863" y="1378325"/>
            <a:ext cx="3211970" cy="172338"/>
          </a:xfrm>
        </p:spPr>
        <p:txBody>
          <a:bodyPr>
            <a:normAutofit/>
          </a:bodyPr>
          <a:lstStyle>
            <a:lvl1pPr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37A42317-1A24-1AA6-D076-0E969CCF8B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64863" y="2154362"/>
            <a:ext cx="3211970" cy="360780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ADCC5B80-D27A-2762-3E95-436EEE5A0D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64863" y="1597378"/>
            <a:ext cx="3211970" cy="382134"/>
          </a:xfrm>
        </p:spPr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E7F67C1A-BFDD-4577-CCD1-B36823A70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637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8748900-934F-4C43-A8B9-2FDF876E6D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3319670"/>
            <a:ext cx="3287436" cy="2593767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195AC2-DF35-BD4A-8180-20C21BDD0E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9" y="2874301"/>
            <a:ext cx="3287436" cy="281103"/>
          </a:xfrm>
        </p:spPr>
        <p:txBody>
          <a:bodyPr>
            <a:sp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5AC520F-8595-0F44-99A9-F0873ACA43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52282" y="3319670"/>
            <a:ext cx="3287436" cy="2593767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0590A44-9090-C049-9F9D-0AEBD2992A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52282" y="2874301"/>
            <a:ext cx="3287436" cy="281103"/>
          </a:xfrm>
        </p:spPr>
        <p:txBody>
          <a:bodyPr>
            <a:sp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AD30B9DC-1666-7446-9DFD-F674A273B4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82846" y="3326198"/>
            <a:ext cx="3287436" cy="2593767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C7816D18-C579-DE44-B3B4-5D38198139F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82846" y="2880829"/>
            <a:ext cx="3287436" cy="281103"/>
          </a:xfrm>
        </p:spPr>
        <p:txBody>
          <a:bodyPr>
            <a:sp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19B0B18-4860-DA36-3440-4533856C91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624205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F99AA58-9FC0-03DF-8208-27BED5F44ED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58071" y="1624205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D148B2F-B493-BFBF-8393-261886DA3E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382846" y="1624205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193241F2-97DA-0EEC-3338-14E9751043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73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8B95D78-F57A-6D40-A841-7D1E3B0827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518458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8748900-934F-4C43-A8B9-2FDF876E6D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3170771"/>
            <a:ext cx="2545466" cy="2888574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195AC2-DF35-BD4A-8180-20C21BDD0E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8" y="2559970"/>
            <a:ext cx="2545466" cy="4431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F48D299A-6257-AC74-0FD7-6D22E29A5C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87491" y="1518458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9E3D1709-B9E8-6689-9456-9D1A08D7BA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7491" y="3170771"/>
            <a:ext cx="2545466" cy="2888574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C714C56E-261C-2C43-2BCC-4B86E64EE0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7491" y="2559970"/>
            <a:ext cx="2545466" cy="4431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Picture Placeholder 3">
            <a:extLst>
              <a:ext uri="{FF2B5EF4-FFF2-40B4-BE49-F238E27FC236}">
                <a16:creationId xmlns:a16="http://schemas.microsoft.com/office/drawing/2014/main" id="{7BD682FD-9976-0C80-A887-A4D6D2E292B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59044" y="1518458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A9A5BE6C-6EDB-FAB6-4644-C243D0C501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59044" y="3170771"/>
            <a:ext cx="2545466" cy="2888574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6">
            <a:extLst>
              <a:ext uri="{FF2B5EF4-FFF2-40B4-BE49-F238E27FC236}">
                <a16:creationId xmlns:a16="http://schemas.microsoft.com/office/drawing/2014/main" id="{CB0F2787-5A74-A6DE-F13C-3D79E01FA6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59044" y="2559970"/>
            <a:ext cx="2545466" cy="4431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201E793D-C775-4026-041E-34664EC7CB2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30597" y="1518458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804BD5F4-CAC4-3B9A-26F3-C0C1833171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30598" y="3170771"/>
            <a:ext cx="2545466" cy="2888574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B233CA27-29C3-9FC3-D859-9E09C4A5F8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30598" y="2559970"/>
            <a:ext cx="2545466" cy="4431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B3E037C5-8D39-C084-F51A-3D641E68E3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19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8B95D78-F57A-6D40-A841-7D1E3B0827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518458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8748900-934F-4C43-A8B9-2FDF876E6D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3170771"/>
            <a:ext cx="2007342" cy="2888574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195AC2-DF35-BD4A-8180-20C21BDD0E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9" y="2559970"/>
            <a:ext cx="2007342" cy="4431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F48D299A-6257-AC74-0FD7-6D22E29A5C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02689" y="1518458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9E3D1709-B9E8-6689-9456-9D1A08D7BA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02689" y="3170771"/>
            <a:ext cx="2007342" cy="2888574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C714C56E-261C-2C43-2BCC-4B86E64EE0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02689" y="2559970"/>
            <a:ext cx="2007342" cy="4431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0" name="Picture Placeholder 3">
            <a:extLst>
              <a:ext uri="{FF2B5EF4-FFF2-40B4-BE49-F238E27FC236}">
                <a16:creationId xmlns:a16="http://schemas.microsoft.com/office/drawing/2014/main" id="{7BD682FD-9976-0C80-A887-A4D6D2E292B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89439" y="1518458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A9A5BE6C-6EDB-FAB6-4644-C243D0C501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89439" y="3170771"/>
            <a:ext cx="2007342" cy="2888574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6">
            <a:extLst>
              <a:ext uri="{FF2B5EF4-FFF2-40B4-BE49-F238E27FC236}">
                <a16:creationId xmlns:a16="http://schemas.microsoft.com/office/drawing/2014/main" id="{CB0F2787-5A74-A6DE-F13C-3D79E01FA6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89439" y="2559970"/>
            <a:ext cx="2007342" cy="4431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201E793D-C775-4026-041E-34664EC7CB2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76189" y="1518458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804BD5F4-CAC4-3B9A-26F3-C0C1833171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76189" y="3170771"/>
            <a:ext cx="2007342" cy="2888574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B233CA27-29C3-9FC3-D859-9E09C4A5F8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76189" y="2559970"/>
            <a:ext cx="2007342" cy="4431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8B57295D-E6CF-D31C-B144-FCA5CB14DF6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662939" y="1518458"/>
            <a:ext cx="924454" cy="924454"/>
          </a:xfrm>
        </p:spPr>
        <p:txBody>
          <a:bodyPr anchor="ctr">
            <a:noAutofit/>
          </a:bodyPr>
          <a:lstStyle>
            <a:lvl1pPr algn="ct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D0246CA-EA99-001F-02B9-8BA52DCE733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62940" y="3170771"/>
            <a:ext cx="2007342" cy="2888574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3D355FF6-773D-9D18-B07A-AFAED992F8C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62940" y="2559970"/>
            <a:ext cx="2007342" cy="4431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26EBDAF0-C643-ABCB-1961-8E60699C4A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088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x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8B95D78-F57A-6D40-A841-7D1E3B0827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304925"/>
            <a:ext cx="869950" cy="869950"/>
          </a:xfrm>
        </p:spPr>
        <p:txBody>
          <a:bodyPr anchor="ctr">
            <a:noAutofit/>
          </a:bodyPr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8748900-934F-4C43-A8B9-2FDF876E6D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49400" y="1687057"/>
            <a:ext cx="4143829" cy="174194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195AC2-DF35-BD4A-8180-20C21BDD0E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9400" y="1304925"/>
            <a:ext cx="4143829" cy="382135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3B567E7-3D24-6F43-A35A-BBC5B9C571B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8" y="3786232"/>
            <a:ext cx="869950" cy="869950"/>
          </a:xfrm>
        </p:spPr>
        <p:txBody>
          <a:bodyPr anchor="ctr">
            <a:noAutofit/>
          </a:bodyPr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93E388B6-7D3E-7F4E-89BF-34EFDCA27B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49400" y="4168364"/>
            <a:ext cx="4143829" cy="174194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81671EB-257B-ED4B-947C-F1B6F4FDC8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49400" y="3786232"/>
            <a:ext cx="4143829" cy="382135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2691027-CA0E-E24A-BE52-C681CD1360B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98773" y="1304925"/>
            <a:ext cx="869950" cy="869950"/>
          </a:xfrm>
        </p:spPr>
        <p:txBody>
          <a:bodyPr anchor="ctr">
            <a:noAutofit/>
          </a:bodyPr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6C29C828-D0AF-8740-B636-DCE11FB048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32235" y="1687057"/>
            <a:ext cx="4143829" cy="174194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8CECF4C-60E6-054F-A58B-39ED49ED6A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32235" y="1304925"/>
            <a:ext cx="4143829" cy="382135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CD7BB1DF-4B0D-0046-AD00-F6E58908BD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98773" y="3786232"/>
            <a:ext cx="869950" cy="869950"/>
          </a:xfrm>
        </p:spPr>
        <p:txBody>
          <a:bodyPr anchor="ctr">
            <a:noAutofit/>
          </a:bodyPr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FDABD8D9-C71A-A446-8E62-82A359216E9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32235" y="4168364"/>
            <a:ext cx="4143829" cy="174194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340EBB2-1491-9444-9D25-3567B2AAB2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532235" y="3786232"/>
            <a:ext cx="4143829" cy="382135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33B93B46-66AD-35D2-9BBE-AAFD6105D1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607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5564867" cy="4608511"/>
          </a:xfrm>
        </p:spPr>
        <p:txBody>
          <a:bodyPr numCol="1" spcCol="180000"/>
          <a:lstStyle>
            <a:lvl1pPr marL="342900" indent="-342900"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23" name="Round Same-side Corner of Rectangle 22">
            <a:extLst>
              <a:ext uri="{FF2B5EF4-FFF2-40B4-BE49-F238E27FC236}">
                <a16:creationId xmlns:a16="http://schemas.microsoft.com/office/drawing/2014/main" id="{16D0EA1C-2C30-674C-9E0D-D3B85EFE8B44}"/>
              </a:ext>
            </a:extLst>
          </p:cNvPr>
          <p:cNvSpPr/>
          <p:nvPr userDrawn="1"/>
        </p:nvSpPr>
        <p:spPr>
          <a:xfrm rot="5400000" flipH="1">
            <a:off x="8698709" y="2420146"/>
            <a:ext cx="1350948" cy="5635632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933F7F4-7E4A-AD4A-B080-3883C01BCEA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955149" y="5013397"/>
            <a:ext cx="3715133" cy="792044"/>
          </a:xfrm>
        </p:spPr>
        <p:txBody>
          <a:bodyPr anchor="t">
            <a:normAutofit/>
          </a:bodyPr>
          <a:lstStyle>
            <a:lvl1pPr marL="179388" indent="-179388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66DF01F6-3014-6E4B-AB71-62673ED726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55149" y="4663313"/>
            <a:ext cx="1917616" cy="24925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E49618F2-620F-A042-9095-E7C4C137E2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957092" y="4846809"/>
            <a:ext cx="767874" cy="767874"/>
          </a:xfrm>
        </p:spPr>
        <p:txBody>
          <a:bodyPr anchor="ctr">
            <a:noAutofit/>
          </a:bodyPr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7" name="Round Same-side Corner of Rectangle 26">
            <a:extLst>
              <a:ext uri="{FF2B5EF4-FFF2-40B4-BE49-F238E27FC236}">
                <a16:creationId xmlns:a16="http://schemas.microsoft.com/office/drawing/2014/main" id="{CFB215F2-B96A-D14F-B549-E8D9FA660A0B}"/>
              </a:ext>
            </a:extLst>
          </p:cNvPr>
          <p:cNvSpPr/>
          <p:nvPr userDrawn="1"/>
        </p:nvSpPr>
        <p:spPr>
          <a:xfrm rot="5400000" flipH="1">
            <a:off x="8698709" y="791363"/>
            <a:ext cx="1350948" cy="5635632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2701821-5C13-4746-B598-28CE9EEFDFD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955149" y="3384614"/>
            <a:ext cx="3715133" cy="792044"/>
          </a:xfrm>
        </p:spPr>
        <p:txBody>
          <a:bodyPr anchor="t">
            <a:normAutofit/>
          </a:bodyPr>
          <a:lstStyle>
            <a:lvl1pPr marL="179388" indent="-179388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C928579-FF9D-8E4F-912D-F44BF03ECF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5149" y="3034530"/>
            <a:ext cx="1917616" cy="24925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617E54E-8C7A-E24B-A3E6-FFD19643023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957092" y="3218026"/>
            <a:ext cx="767874" cy="767874"/>
          </a:xfrm>
        </p:spPr>
        <p:txBody>
          <a:bodyPr anchor="ctr">
            <a:noAutofit/>
          </a:bodyPr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31" name="Round Same-side Corner of Rectangle 30">
            <a:extLst>
              <a:ext uri="{FF2B5EF4-FFF2-40B4-BE49-F238E27FC236}">
                <a16:creationId xmlns:a16="http://schemas.microsoft.com/office/drawing/2014/main" id="{468DF2F5-0340-4C4E-8BAB-B68D68BDB1CC}"/>
              </a:ext>
            </a:extLst>
          </p:cNvPr>
          <p:cNvSpPr/>
          <p:nvPr userDrawn="1"/>
        </p:nvSpPr>
        <p:spPr>
          <a:xfrm rot="5400000" flipH="1">
            <a:off x="8698709" y="-837418"/>
            <a:ext cx="1350948" cy="5635632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8297A7AF-4FD1-0044-A50C-5C0CE48852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55149" y="1755833"/>
            <a:ext cx="3715133" cy="792044"/>
          </a:xfrm>
        </p:spPr>
        <p:txBody>
          <a:bodyPr anchor="t">
            <a:normAutofit/>
          </a:bodyPr>
          <a:lstStyle>
            <a:lvl1pPr marL="179388" indent="-179388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C19D012-767E-A845-8105-4B4C4887921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55149" y="1405749"/>
            <a:ext cx="1917616" cy="24925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D5DD0FD-09C0-E049-944D-E6046E4FD56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957092" y="1589245"/>
            <a:ext cx="767874" cy="767874"/>
          </a:xfrm>
        </p:spPr>
        <p:txBody>
          <a:bodyPr anchor="ctr">
            <a:noAutofit/>
          </a:bodyPr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E3369E2A-BFD7-261C-BA98-91356037D9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35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Chart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98C8CE-3879-2F54-526A-4FB3BC35A614}"/>
              </a:ext>
            </a:extLst>
          </p:cNvPr>
          <p:cNvGrpSpPr/>
          <p:nvPr userDrawn="1"/>
        </p:nvGrpSpPr>
        <p:grpSpPr>
          <a:xfrm>
            <a:off x="506981" y="2354656"/>
            <a:ext cx="11169081" cy="3558782"/>
            <a:chOff x="506982" y="1923728"/>
            <a:chExt cx="8410120" cy="2679700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FF8E22B8-C626-33CF-AF31-C216F15358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59702" y="1923728"/>
              <a:ext cx="2057400" cy="2679700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51CC370D-D55C-CF1D-A84D-FC3FD269EF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33662" y="1923728"/>
              <a:ext cx="2209800" cy="26797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CF38F8D-CE10-398F-DC92-0410984D5C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07622" y="1923728"/>
              <a:ext cx="2209800" cy="26797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1C8FE21-D454-2669-5018-BDB88B7A46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06982" y="1923728"/>
              <a:ext cx="2184400" cy="2679700"/>
            </a:xfrm>
            <a:prstGeom prst="rect">
              <a:avLst/>
            </a:prstGeom>
          </p:spPr>
        </p:pic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469A369E-3216-3A94-D069-C4212D6C5B2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5"/>
            <a:ext cx="11144930" cy="853194"/>
          </a:xfrm>
        </p:spPr>
        <p:txBody>
          <a:bodyPr numCol="1" spcCol="180000"/>
          <a:lstStyle>
            <a:lvl1pPr marL="0" indent="0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A9C1315-921F-285F-D6BD-A177DE53DC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5643" y="3054704"/>
            <a:ext cx="2290922" cy="2745803"/>
          </a:xfrm>
        </p:spPr>
        <p:txBody>
          <a:bodyPr>
            <a:normAutofit/>
          </a:bodyPr>
          <a:lstStyle>
            <a:lvl1pPr marL="177800" indent="-177800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F0999A6-8092-1A74-E3A2-26CC341F65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5643" y="2501966"/>
            <a:ext cx="2290922" cy="443198"/>
          </a:xfrm>
        </p:spPr>
        <p:txBody>
          <a:bodyPr wrap="square" anchor="ctr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F5E81801-D408-BD68-8EF8-821176E431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83362" y="3054704"/>
            <a:ext cx="2231105" cy="2745803"/>
          </a:xfrm>
        </p:spPr>
        <p:txBody>
          <a:bodyPr>
            <a:normAutofit/>
          </a:bodyPr>
          <a:lstStyle>
            <a:lvl1pPr marL="177800" indent="-177800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FE29D8EA-6114-4150-3B97-EAD0BB047B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83362" y="2501966"/>
            <a:ext cx="2231105" cy="443198"/>
          </a:xfrm>
        </p:spPr>
        <p:txBody>
          <a:bodyPr wrap="square" anchor="ctr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32C3EE2-E731-14E8-F235-F0DC107603F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6559" y="3054704"/>
            <a:ext cx="2251850" cy="2745803"/>
          </a:xfrm>
        </p:spPr>
        <p:txBody>
          <a:bodyPr>
            <a:normAutofit/>
          </a:bodyPr>
          <a:lstStyle>
            <a:lvl1pPr marL="177800" indent="-177800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514D2BC-4EB5-482F-640F-D4ECA3398E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6559" y="2501966"/>
            <a:ext cx="2251850" cy="443198"/>
          </a:xfrm>
        </p:spPr>
        <p:txBody>
          <a:bodyPr wrap="square" anchor="ctr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76B8D71-6027-E9D4-DE0B-4336DE4C87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44461" y="3054704"/>
            <a:ext cx="2290922" cy="2745803"/>
          </a:xfrm>
        </p:spPr>
        <p:txBody>
          <a:bodyPr>
            <a:normAutofit/>
          </a:bodyPr>
          <a:lstStyle>
            <a:lvl1pPr marL="177800" indent="-177800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006DA17C-A871-793A-2C8F-F98A0EDA8ED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44461" y="2501966"/>
            <a:ext cx="2290922" cy="443198"/>
          </a:xfrm>
        </p:spPr>
        <p:txBody>
          <a:bodyPr wrap="square" anchor="ctr">
            <a:noAutofit/>
          </a:bodyPr>
          <a:lstStyle>
            <a:lvl1pPr>
              <a:lnSpc>
                <a:spcPct val="90000"/>
              </a:lnSpc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842A904A-8183-05F9-EB66-3188C19202A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480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EE11EEE1-6471-AD96-A017-1F0DC80C56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63869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5564867" cy="4608511"/>
          </a:xfrm>
        </p:spPr>
        <p:txBody>
          <a:bodyPr numCol="1" spcCol="18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8D67BD3D-5E5B-2957-7B72-B286DEA6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DD0B93-9CA3-DE96-64E9-7FECBAD37972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F3526303-0969-95FB-D8FA-0C9E3916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DFBA0EA-6763-E017-8DB4-792094E5965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52260" y="1304924"/>
            <a:ext cx="5033328" cy="4608501"/>
          </a:xfrm>
        </p:spPr>
        <p:txBody>
          <a:bodyPr numCol="1" spcCol="180000">
            <a:noAutofit/>
          </a:bodyPr>
          <a:lstStyle>
            <a:lvl1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  <a:defRPr sz="2400" b="1"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89127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547879EA-99D8-FF4A-9A49-37BE3C5A55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63869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5564867" cy="4608511"/>
          </a:xfrm>
        </p:spPr>
        <p:txBody>
          <a:bodyPr numCol="1" spcCol="18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7BA9708-B496-A663-CB06-FD4F2E3602E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59525" y="3227929"/>
            <a:ext cx="5326063" cy="2685506"/>
          </a:xfrm>
          <a:prstGeom prst="roundRect">
            <a:avLst>
              <a:gd name="adj" fmla="val 30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8D67BD3D-5E5B-2957-7B72-B286DEA6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DD0B93-9CA3-DE96-64E9-7FECBAD37972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F3526303-0969-95FB-D8FA-0C9E3916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DFBA0EA-6763-E017-8DB4-792094E5965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345193" y="1304925"/>
            <a:ext cx="5340395" cy="312265"/>
          </a:xfrm>
        </p:spPr>
        <p:txBody>
          <a:bodyPr numCol="1" spcCol="180000">
            <a:spAutoFit/>
          </a:bodyPr>
          <a:lstStyle>
            <a:lvl1pPr marL="0" indent="0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b="1"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BC205A0-AF05-E822-A6D1-8E80B889580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345193" y="5962960"/>
            <a:ext cx="5340395" cy="140488"/>
          </a:xfrm>
        </p:spPr>
        <p:txBody>
          <a:bodyPr numCol="1" spcCol="180000">
            <a:spAutoFit/>
          </a:bodyPr>
          <a:lstStyle>
            <a:lvl1pPr marL="0" indent="0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Optional image caption</a:t>
            </a:r>
          </a:p>
        </p:txBody>
      </p:sp>
    </p:spTree>
    <p:extLst>
      <p:ext uri="{BB962C8B-B14F-4D97-AF65-F5344CB8AC3E}">
        <p14:creationId xmlns:p14="http://schemas.microsoft.com/office/powerpoint/2010/main" val="39478435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6A114DDF-0500-637D-3602-A9141EE6D0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5574281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5564867" cy="4608511"/>
          </a:xfrm>
        </p:spPr>
        <p:txBody>
          <a:bodyPr numCol="1" spcCol="18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315BB4-CEA5-4429-26F4-D4B56B8BE1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59525" y="368300"/>
            <a:ext cx="5326063" cy="2685505"/>
          </a:xfrm>
          <a:prstGeom prst="roundRect">
            <a:avLst>
              <a:gd name="adj" fmla="val 30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8D67BD3D-5E5B-2957-7B72-B286DEA6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DD0B93-9CA3-DE96-64E9-7FECBAD37972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F3526303-0969-95FB-D8FA-0C9E3916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2F1485A-E0B4-C14E-58C4-9144A8FEE29C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345193" y="5962960"/>
            <a:ext cx="5340395" cy="140488"/>
          </a:xfrm>
        </p:spPr>
        <p:txBody>
          <a:bodyPr numCol="1" spcCol="180000">
            <a:spAutoFit/>
          </a:bodyPr>
          <a:lstStyle>
            <a:lvl1pPr marL="0" indent="0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Optional image caption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7BA9708-B496-A663-CB06-FD4F2E3602E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59525" y="3227929"/>
            <a:ext cx="5326063" cy="2685506"/>
          </a:xfrm>
          <a:prstGeom prst="roundRect">
            <a:avLst>
              <a:gd name="adj" fmla="val 30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881178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7">
            <a:extLst>
              <a:ext uri="{FF2B5EF4-FFF2-40B4-BE49-F238E27FC236}">
                <a16:creationId xmlns:a16="http://schemas.microsoft.com/office/drawing/2014/main" id="{1426049D-A517-EA42-AFCA-8DDB22C6BA3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95588" y="-10509"/>
            <a:ext cx="5696412" cy="6868509"/>
          </a:xfrm>
          <a:custGeom>
            <a:avLst/>
            <a:gdLst>
              <a:gd name="connsiteX0" fmla="*/ 0 w 7962406"/>
              <a:gd name="connsiteY0" fmla="*/ 0 h 6857999"/>
              <a:gd name="connsiteX1" fmla="*/ 7962406 w 7962406"/>
              <a:gd name="connsiteY1" fmla="*/ 0 h 6857999"/>
              <a:gd name="connsiteX2" fmla="*/ 7962406 w 7962406"/>
              <a:gd name="connsiteY2" fmla="*/ 6857999 h 6857999"/>
              <a:gd name="connsiteX3" fmla="*/ 1019785 w 7962406"/>
              <a:gd name="connsiteY3" fmla="*/ 6857999 h 6857999"/>
              <a:gd name="connsiteX4" fmla="*/ 0 w 7962406"/>
              <a:gd name="connsiteY4" fmla="*/ 5838214 h 6857999"/>
              <a:gd name="connsiteX0" fmla="*/ 0 w 7962406"/>
              <a:gd name="connsiteY0" fmla="*/ 0 h 6857999"/>
              <a:gd name="connsiteX1" fmla="*/ 6039013 w 7962406"/>
              <a:gd name="connsiteY1" fmla="*/ 84083 h 6857999"/>
              <a:gd name="connsiteX2" fmla="*/ 7962406 w 7962406"/>
              <a:gd name="connsiteY2" fmla="*/ 6857999 h 6857999"/>
              <a:gd name="connsiteX3" fmla="*/ 1019785 w 7962406"/>
              <a:gd name="connsiteY3" fmla="*/ 6857999 h 6857999"/>
              <a:gd name="connsiteX4" fmla="*/ 0 w 7962406"/>
              <a:gd name="connsiteY4" fmla="*/ 5838214 h 6857999"/>
              <a:gd name="connsiteX5" fmla="*/ 0 w 7962406"/>
              <a:gd name="connsiteY5" fmla="*/ 0 h 6857999"/>
              <a:gd name="connsiteX0" fmla="*/ 0 w 7962406"/>
              <a:gd name="connsiteY0" fmla="*/ 10510 h 6868509"/>
              <a:gd name="connsiteX1" fmla="*/ 6144117 w 7962406"/>
              <a:gd name="connsiteY1" fmla="*/ 0 h 6868509"/>
              <a:gd name="connsiteX2" fmla="*/ 7962406 w 7962406"/>
              <a:gd name="connsiteY2" fmla="*/ 6868509 h 6868509"/>
              <a:gd name="connsiteX3" fmla="*/ 1019785 w 7962406"/>
              <a:gd name="connsiteY3" fmla="*/ 6868509 h 6868509"/>
              <a:gd name="connsiteX4" fmla="*/ 0 w 7962406"/>
              <a:gd name="connsiteY4" fmla="*/ 5848724 h 6868509"/>
              <a:gd name="connsiteX5" fmla="*/ 0 w 7962406"/>
              <a:gd name="connsiteY5" fmla="*/ 10510 h 6868509"/>
              <a:gd name="connsiteX0" fmla="*/ 0 w 6144117"/>
              <a:gd name="connsiteY0" fmla="*/ 10510 h 6868509"/>
              <a:gd name="connsiteX1" fmla="*/ 6144117 w 6144117"/>
              <a:gd name="connsiteY1" fmla="*/ 0 h 6868509"/>
              <a:gd name="connsiteX2" fmla="*/ 5660640 w 6144117"/>
              <a:gd name="connsiteY2" fmla="*/ 6563709 h 6868509"/>
              <a:gd name="connsiteX3" fmla="*/ 1019785 w 6144117"/>
              <a:gd name="connsiteY3" fmla="*/ 6868509 h 6868509"/>
              <a:gd name="connsiteX4" fmla="*/ 0 w 6144117"/>
              <a:gd name="connsiteY4" fmla="*/ 5848724 h 6868509"/>
              <a:gd name="connsiteX5" fmla="*/ 0 w 6144117"/>
              <a:gd name="connsiteY5" fmla="*/ 10510 h 6868509"/>
              <a:gd name="connsiteX0" fmla="*/ 0 w 6154626"/>
              <a:gd name="connsiteY0" fmla="*/ 10510 h 6879020"/>
              <a:gd name="connsiteX1" fmla="*/ 6144117 w 6154626"/>
              <a:gd name="connsiteY1" fmla="*/ 0 h 6879020"/>
              <a:gd name="connsiteX2" fmla="*/ 6154626 w 6154626"/>
              <a:gd name="connsiteY2" fmla="*/ 6879020 h 6879020"/>
              <a:gd name="connsiteX3" fmla="*/ 1019785 w 6154626"/>
              <a:gd name="connsiteY3" fmla="*/ 6868509 h 6879020"/>
              <a:gd name="connsiteX4" fmla="*/ 0 w 6154626"/>
              <a:gd name="connsiteY4" fmla="*/ 5848724 h 6879020"/>
              <a:gd name="connsiteX5" fmla="*/ 0 w 6154626"/>
              <a:gd name="connsiteY5" fmla="*/ 10510 h 687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4626" h="6879020">
                <a:moveTo>
                  <a:pt x="0" y="10510"/>
                </a:moveTo>
                <a:lnTo>
                  <a:pt x="6144117" y="0"/>
                </a:lnTo>
                <a:lnTo>
                  <a:pt x="6154626" y="6879020"/>
                </a:lnTo>
                <a:lnTo>
                  <a:pt x="1019785" y="6868509"/>
                </a:lnTo>
                <a:cubicBezTo>
                  <a:pt x="456573" y="6868509"/>
                  <a:pt x="0" y="6411936"/>
                  <a:pt x="0" y="5848724"/>
                </a:cubicBezTo>
                <a:lnTo>
                  <a:pt x="0" y="1051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insert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5574281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5564867" cy="4608511"/>
          </a:xfrm>
        </p:spPr>
        <p:txBody>
          <a:bodyPr numCol="1" spcCol="18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55800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3" name="Picture 2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0C92D8B7-9101-5B78-354C-7289B83637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505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5574281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5564867" cy="4608511"/>
          </a:xfrm>
        </p:spPr>
        <p:txBody>
          <a:bodyPr numCol="1" spcCol="18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55800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04A98-CDC1-2043-A233-CAA53ED2E1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43129" y="6108048"/>
            <a:ext cx="1042557" cy="38165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7270696-0AB9-0445-9B12-E1B6CE40D3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85640" y="0"/>
            <a:ext cx="6506360" cy="6858000"/>
          </a:xfrm>
          <a:custGeom>
            <a:avLst/>
            <a:gdLst>
              <a:gd name="connsiteX0" fmla="*/ 0 w 6506360"/>
              <a:gd name="connsiteY0" fmla="*/ 0 h 6858000"/>
              <a:gd name="connsiteX1" fmla="*/ 6506360 w 6506360"/>
              <a:gd name="connsiteY1" fmla="*/ 0 h 6858000"/>
              <a:gd name="connsiteX2" fmla="*/ 6506360 w 6506360"/>
              <a:gd name="connsiteY2" fmla="*/ 6858000 h 6858000"/>
              <a:gd name="connsiteX3" fmla="*/ 816590 w 6506360"/>
              <a:gd name="connsiteY3" fmla="*/ 6858000 h 6858000"/>
              <a:gd name="connsiteX4" fmla="*/ 816590 w 6506360"/>
              <a:gd name="connsiteY4" fmla="*/ 939979 h 6858000"/>
              <a:gd name="connsiteX5" fmla="*/ 57657 w 6506360"/>
              <a:gd name="connsiteY5" fmla="*/ 8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6360" h="6858000">
                <a:moveTo>
                  <a:pt x="0" y="0"/>
                </a:moveTo>
                <a:lnTo>
                  <a:pt x="6506360" y="0"/>
                </a:lnTo>
                <a:lnTo>
                  <a:pt x="6506360" y="6858000"/>
                </a:lnTo>
                <a:lnTo>
                  <a:pt x="816590" y="6858000"/>
                </a:lnTo>
                <a:lnTo>
                  <a:pt x="816590" y="939979"/>
                </a:lnTo>
                <a:cubicBezTo>
                  <a:pt x="816590" y="480656"/>
                  <a:pt x="490779" y="97429"/>
                  <a:pt x="57657" y="88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03DCB76C-D563-FF93-9CC8-C6664709F58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188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55800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04A98-CDC1-2043-A233-CAA53ED2E1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43129" y="6108048"/>
            <a:ext cx="1042557" cy="38165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7270696-0AB9-0445-9B12-E1B6CE40D3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85640" y="0"/>
            <a:ext cx="6506360" cy="6858000"/>
          </a:xfrm>
          <a:custGeom>
            <a:avLst/>
            <a:gdLst>
              <a:gd name="connsiteX0" fmla="*/ 0 w 6506360"/>
              <a:gd name="connsiteY0" fmla="*/ 0 h 6858000"/>
              <a:gd name="connsiteX1" fmla="*/ 6506360 w 6506360"/>
              <a:gd name="connsiteY1" fmla="*/ 0 h 6858000"/>
              <a:gd name="connsiteX2" fmla="*/ 6506360 w 6506360"/>
              <a:gd name="connsiteY2" fmla="*/ 6858000 h 6858000"/>
              <a:gd name="connsiteX3" fmla="*/ 816590 w 6506360"/>
              <a:gd name="connsiteY3" fmla="*/ 6858000 h 6858000"/>
              <a:gd name="connsiteX4" fmla="*/ 816590 w 6506360"/>
              <a:gd name="connsiteY4" fmla="*/ 939979 h 6858000"/>
              <a:gd name="connsiteX5" fmla="*/ 57657 w 6506360"/>
              <a:gd name="connsiteY5" fmla="*/ 8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6360" h="6858000">
                <a:moveTo>
                  <a:pt x="0" y="0"/>
                </a:moveTo>
                <a:lnTo>
                  <a:pt x="6506360" y="0"/>
                </a:lnTo>
                <a:lnTo>
                  <a:pt x="6506360" y="6858000"/>
                </a:lnTo>
                <a:lnTo>
                  <a:pt x="816590" y="6858000"/>
                </a:lnTo>
                <a:lnTo>
                  <a:pt x="816590" y="939979"/>
                </a:lnTo>
                <a:cubicBezTo>
                  <a:pt x="816590" y="480656"/>
                  <a:pt x="490779" y="97429"/>
                  <a:pt x="57657" y="88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2F4BDEF-FEFC-0BDD-3EB4-7710855ED6AB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515937" y="1329378"/>
            <a:ext cx="5580062" cy="4637076"/>
          </a:xfrm>
        </p:spPr>
        <p:txBody>
          <a:bodyPr numCol="1" spcCol="180000" anchor="t">
            <a:noAutofit/>
          </a:bodyPr>
          <a:lstStyle>
            <a:lvl1pPr marL="0" indent="0">
              <a:lnSpc>
                <a:spcPct val="100000"/>
              </a:lnSpc>
              <a:spcAft>
                <a:spcPts val="1800"/>
              </a:spcAft>
              <a:buClr>
                <a:schemeClr val="bg2"/>
              </a:buClr>
              <a:buFont typeface="Arial" panose="020B0604020202020204" pitchFamily="34" charset="0"/>
              <a:buNone/>
              <a:defRPr sz="2800" b="1"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D7D9C6B7-7323-827F-E01F-2EFDCE721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5574281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726F6189-25C7-2D50-B834-1A34A99191D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274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+ Images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8748900-934F-4C43-A8B9-2FDF876E6D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4360961"/>
            <a:ext cx="5234437" cy="1538516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195AC2-DF35-BD4A-8180-20C21BDD0E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8" y="3915591"/>
            <a:ext cx="5234437" cy="281103"/>
          </a:xfrm>
        </p:spPr>
        <p:txBody>
          <a:bodyPr wrap="square">
            <a:sp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5AC520F-8595-0F44-99A9-F0873ACA43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41625" y="4360961"/>
            <a:ext cx="5234437" cy="1538516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0590A44-9090-C049-9F9D-0AEBD2992A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41625" y="3915591"/>
            <a:ext cx="5234437" cy="281103"/>
          </a:xfrm>
        </p:spPr>
        <p:txBody>
          <a:bodyPr wrap="square">
            <a:sp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4EF54ED7-3E2F-C8F7-553C-1DB155F7DBD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1304924"/>
            <a:ext cx="5234438" cy="2400167"/>
          </a:xfrm>
          <a:prstGeom prst="roundRect">
            <a:avLst>
              <a:gd name="adj" fmla="val 30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BCF59FD3-6B56-67EF-C1E8-78C92005D9A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441625" y="1304924"/>
            <a:ext cx="5234438" cy="2400167"/>
          </a:xfrm>
          <a:prstGeom prst="roundRect">
            <a:avLst>
              <a:gd name="adj" fmla="val 30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0F09B93A-24F2-28AC-158F-0BB4AC730E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621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+ Image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8748900-934F-4C43-A8B9-2FDF876E6D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3726649"/>
            <a:ext cx="3287436" cy="2121010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195AC2-DF35-BD4A-8180-20C21BDD0E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9" y="3281279"/>
            <a:ext cx="3287436" cy="281103"/>
          </a:xfrm>
        </p:spPr>
        <p:txBody>
          <a:bodyPr>
            <a:sp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5AC520F-8595-0F44-99A9-F0873ACA43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52282" y="3726649"/>
            <a:ext cx="3287436" cy="2121010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0590A44-9090-C049-9F9D-0AEBD2992A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52282" y="3281279"/>
            <a:ext cx="3287436" cy="281103"/>
          </a:xfrm>
        </p:spPr>
        <p:txBody>
          <a:bodyPr>
            <a:sp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AD30B9DC-1666-7446-9DFD-F674A273B4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82846" y="3733177"/>
            <a:ext cx="3287436" cy="2121010"/>
          </a:xfrm>
        </p:spPr>
        <p:txBody>
          <a:bodyPr>
            <a:normAutofit/>
          </a:bodyPr>
          <a:lstStyle>
            <a:lvl1pPr marL="177800" indent="-177800"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C7816D18-C579-DE44-B3B4-5D38198139F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82846" y="3287807"/>
            <a:ext cx="3287436" cy="281103"/>
          </a:xfrm>
        </p:spPr>
        <p:txBody>
          <a:bodyPr>
            <a:sp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4EF54ED7-3E2F-C8F7-553C-1DB155F7DBD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1304925"/>
            <a:ext cx="3287437" cy="1826421"/>
          </a:xfrm>
          <a:prstGeom prst="roundRect">
            <a:avLst>
              <a:gd name="adj" fmla="val 30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BCF59FD3-6B56-67EF-C1E8-78C92005D9A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52281" y="1304925"/>
            <a:ext cx="3287437" cy="1826421"/>
          </a:xfrm>
          <a:prstGeom prst="roundRect">
            <a:avLst>
              <a:gd name="adj" fmla="val 30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AA59D731-0D13-EB6C-7B10-1B59D3D8C5A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388626" y="1304925"/>
            <a:ext cx="3287437" cy="1826421"/>
          </a:xfrm>
          <a:prstGeom prst="roundRect">
            <a:avLst>
              <a:gd name="adj" fmla="val 30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88A3C8FA-3E71-2560-7809-BE3F997E0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3242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195AC2-DF35-BD4A-8180-20C21BDD0E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9" y="4050217"/>
            <a:ext cx="3287436" cy="1188251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0590A44-9090-C049-9F9D-0AEBD2992A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52282" y="4050217"/>
            <a:ext cx="3287436" cy="1188251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C7816D18-C579-DE44-B3B4-5D38198139F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82846" y="4056745"/>
            <a:ext cx="3287436" cy="1188251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0250E06-295E-B6E6-95C4-089EF7886C7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5939" y="2881801"/>
            <a:ext cx="3287436" cy="1115264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XXXX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1638B5E-8DB0-EAFF-0CF3-8812AF05A9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9392" y="2881801"/>
            <a:ext cx="3287436" cy="1115264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XXXX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248EBF9A-10A9-92FA-05B2-3A95238834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846" y="2881801"/>
            <a:ext cx="3287436" cy="1115264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XXXX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D2E71522-4C4D-EAC4-2A71-F45B1F18D56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5"/>
            <a:ext cx="11144930" cy="1369692"/>
          </a:xfrm>
        </p:spPr>
        <p:txBody>
          <a:bodyPr numCol="1" spcCol="180000">
            <a:normAutofit/>
          </a:bodyPr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C3B5924F-5413-FE1C-A737-4A959AFF5B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612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s 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62" name="Title Placeholder 1">
            <a:extLst>
              <a:ext uri="{FF2B5EF4-FFF2-40B4-BE49-F238E27FC236}">
                <a16:creationId xmlns:a16="http://schemas.microsoft.com/office/drawing/2014/main" id="{14F0825D-90B8-6120-7F14-9DC0960BC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AF40E274-F0AF-0436-1F33-86E04DCC0D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5939" y="2931453"/>
            <a:ext cx="2007342" cy="844151"/>
          </a:xfrm>
        </p:spPr>
        <p:txBody>
          <a:bodyPr anchor="b">
            <a:normAutofit/>
          </a:bodyPr>
          <a:lstStyle>
            <a:lvl1pPr>
              <a:defRPr sz="4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XXXXX</a:t>
            </a:r>
          </a:p>
        </p:txBody>
      </p:sp>
      <p:sp>
        <p:nvSpPr>
          <p:cNvPr id="64" name="Text Placeholder 8">
            <a:extLst>
              <a:ext uri="{FF2B5EF4-FFF2-40B4-BE49-F238E27FC236}">
                <a16:creationId xmlns:a16="http://schemas.microsoft.com/office/drawing/2014/main" id="{DB2C3DC3-9DBF-095B-1AEB-4513EE50C64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11144930" cy="1566849"/>
          </a:xfrm>
        </p:spPr>
        <p:txBody>
          <a:bodyPr numCol="1" spcCol="180000">
            <a:normAutofit/>
          </a:bodyPr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EBBD32EE-C0FF-E8CB-43E3-315A609AEF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9" y="4066433"/>
            <a:ext cx="2007342" cy="3877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6" name="Text Placeholder 6">
            <a:extLst>
              <a:ext uri="{FF2B5EF4-FFF2-40B4-BE49-F238E27FC236}">
                <a16:creationId xmlns:a16="http://schemas.microsoft.com/office/drawing/2014/main" id="{9E2EB64B-500A-8201-8F3F-287FDE60FB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02689" y="4066433"/>
            <a:ext cx="2007342" cy="3877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7" name="Text Placeholder 6">
            <a:extLst>
              <a:ext uri="{FF2B5EF4-FFF2-40B4-BE49-F238E27FC236}">
                <a16:creationId xmlns:a16="http://schemas.microsoft.com/office/drawing/2014/main" id="{709BC01A-3AFB-CE31-0E4A-EE885FE2D5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89439" y="4066433"/>
            <a:ext cx="2007342" cy="3877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Text Placeholder 6">
            <a:extLst>
              <a:ext uri="{FF2B5EF4-FFF2-40B4-BE49-F238E27FC236}">
                <a16:creationId xmlns:a16="http://schemas.microsoft.com/office/drawing/2014/main" id="{CD03EE5B-6B86-7B77-E541-93CE0511523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376189" y="4066433"/>
            <a:ext cx="2007342" cy="3877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" name="Text Placeholder 6">
            <a:extLst>
              <a:ext uri="{FF2B5EF4-FFF2-40B4-BE49-F238E27FC236}">
                <a16:creationId xmlns:a16="http://schemas.microsoft.com/office/drawing/2014/main" id="{F9CB884D-6999-7DC7-1825-FC60BEC935B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62940" y="4066433"/>
            <a:ext cx="2007342" cy="38779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F03D69DA-4061-E20B-1262-8A9F09B92D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90107" y="2931453"/>
            <a:ext cx="2007342" cy="844151"/>
          </a:xfrm>
        </p:spPr>
        <p:txBody>
          <a:bodyPr anchor="b">
            <a:normAutofit/>
          </a:bodyPr>
          <a:lstStyle>
            <a:lvl1pPr>
              <a:defRPr sz="4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XXXXX</a:t>
            </a:r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4DA3F266-6EB8-18CF-146E-FCE0EE2BCCE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64275" y="2931453"/>
            <a:ext cx="2007342" cy="844151"/>
          </a:xfrm>
        </p:spPr>
        <p:txBody>
          <a:bodyPr anchor="b">
            <a:normAutofit/>
          </a:bodyPr>
          <a:lstStyle>
            <a:lvl1pPr>
              <a:defRPr sz="4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XXXXX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ABAC94EC-4D3A-CEAC-3763-AE5EBA84295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76189" y="2931453"/>
            <a:ext cx="2007342" cy="844151"/>
          </a:xfrm>
        </p:spPr>
        <p:txBody>
          <a:bodyPr anchor="b">
            <a:normAutofit/>
          </a:bodyPr>
          <a:lstStyle>
            <a:lvl1pPr>
              <a:defRPr sz="4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XXXXX</a:t>
            </a:r>
          </a:p>
        </p:txBody>
      </p:sp>
      <p:sp>
        <p:nvSpPr>
          <p:cNvPr id="73" name="Text Placeholder 6">
            <a:extLst>
              <a:ext uri="{FF2B5EF4-FFF2-40B4-BE49-F238E27FC236}">
                <a16:creationId xmlns:a16="http://schemas.microsoft.com/office/drawing/2014/main" id="{CB8F9A8E-E04A-1CA2-A320-7A4AE6F70D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62940" y="2931453"/>
            <a:ext cx="2007342" cy="844151"/>
          </a:xfrm>
        </p:spPr>
        <p:txBody>
          <a:bodyPr anchor="b">
            <a:normAutofit/>
          </a:bodyPr>
          <a:lstStyle>
            <a:lvl1pPr>
              <a:defRPr sz="4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XXXXX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910C368A-DB2C-999C-0649-F8CC790A44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914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Milestones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057C032F-3530-74E5-5E33-EF5F1D6976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B7F29198-E920-459C-2862-C2C7FB6FEB6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45069581"/>
              </p:ext>
            </p:extLst>
          </p:nvPr>
        </p:nvGraphicFramePr>
        <p:xfrm>
          <a:off x="606585" y="2278196"/>
          <a:ext cx="11007608" cy="3618726"/>
        </p:xfrm>
        <a:graphic>
          <a:graphicData uri="http://schemas.openxmlformats.org/drawingml/2006/table">
            <a:tbl>
              <a:tblPr bandCol="1">
                <a:tableStyleId>{2D5ABB26-0587-4C30-8999-92F81FD0307C}</a:tableStyleId>
              </a:tblPr>
              <a:tblGrid>
                <a:gridCol w="2751902">
                  <a:extLst>
                    <a:ext uri="{9D8B030D-6E8A-4147-A177-3AD203B41FA5}">
                      <a16:colId xmlns:a16="http://schemas.microsoft.com/office/drawing/2014/main" val="4151945498"/>
                    </a:ext>
                  </a:extLst>
                </a:gridCol>
                <a:gridCol w="2751902">
                  <a:extLst>
                    <a:ext uri="{9D8B030D-6E8A-4147-A177-3AD203B41FA5}">
                      <a16:colId xmlns:a16="http://schemas.microsoft.com/office/drawing/2014/main" val="1382627474"/>
                    </a:ext>
                  </a:extLst>
                </a:gridCol>
                <a:gridCol w="2751902">
                  <a:extLst>
                    <a:ext uri="{9D8B030D-6E8A-4147-A177-3AD203B41FA5}">
                      <a16:colId xmlns:a16="http://schemas.microsoft.com/office/drawing/2014/main" val="2312284562"/>
                    </a:ext>
                  </a:extLst>
                </a:gridCol>
                <a:gridCol w="2751902">
                  <a:extLst>
                    <a:ext uri="{9D8B030D-6E8A-4147-A177-3AD203B41FA5}">
                      <a16:colId xmlns:a16="http://schemas.microsoft.com/office/drawing/2014/main" val="380964293"/>
                    </a:ext>
                  </a:extLst>
                </a:gridCol>
              </a:tblGrid>
              <a:tr h="36187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904028"/>
                  </a:ext>
                </a:extLst>
              </a:tr>
            </a:tbl>
          </a:graphicData>
        </a:graphic>
      </p:graphicFrame>
      <p:sp>
        <p:nvSpPr>
          <p:cNvPr id="49" name="object 14">
            <a:extLst>
              <a:ext uri="{FF2B5EF4-FFF2-40B4-BE49-F238E27FC236}">
                <a16:creationId xmlns:a16="http://schemas.microsoft.com/office/drawing/2014/main" id="{A52E1F34-96C7-3C86-48A7-FAB9C405C20B}"/>
              </a:ext>
            </a:extLst>
          </p:cNvPr>
          <p:cNvSpPr/>
          <p:nvPr userDrawn="1"/>
        </p:nvSpPr>
        <p:spPr>
          <a:xfrm>
            <a:off x="577805" y="2278195"/>
            <a:ext cx="11036388" cy="45719"/>
          </a:xfrm>
          <a:custGeom>
            <a:avLst/>
            <a:gdLst/>
            <a:ahLst/>
            <a:cxnLst/>
            <a:rect l="l" t="t" r="r" b="b"/>
            <a:pathLst>
              <a:path w="18209260">
                <a:moveTo>
                  <a:pt x="0" y="0"/>
                </a:moveTo>
                <a:lnTo>
                  <a:pt x="18208869" y="0"/>
                </a:lnTo>
              </a:path>
            </a:pathLst>
          </a:custGeom>
          <a:ln w="9525">
            <a:solidFill>
              <a:schemeClr val="bg2"/>
            </a:solidFill>
          </a:ln>
        </p:spPr>
        <p:txBody>
          <a:bodyPr wrap="square" lIns="0" tIns="0" rIns="0" bIns="0" rtlCol="0"/>
          <a:lstStyle/>
          <a:p>
            <a:endParaRPr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72DC89E-D242-DAA1-0108-585F64C330D1}"/>
              </a:ext>
            </a:extLst>
          </p:cNvPr>
          <p:cNvSpPr>
            <a:spLocks noChangeAspect="1"/>
          </p:cNvSpPr>
          <p:nvPr userDrawn="1"/>
        </p:nvSpPr>
        <p:spPr>
          <a:xfrm>
            <a:off x="681017" y="222114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7D58FC1-83B9-3BAD-C3EF-06E8D5DE120F}"/>
              </a:ext>
            </a:extLst>
          </p:cNvPr>
          <p:cNvSpPr>
            <a:spLocks noChangeAspect="1"/>
          </p:cNvSpPr>
          <p:nvPr userDrawn="1"/>
        </p:nvSpPr>
        <p:spPr>
          <a:xfrm>
            <a:off x="3460438" y="222114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D582DFC-3D0D-D5F8-AA6B-5676C8C4B3BF}"/>
              </a:ext>
            </a:extLst>
          </p:cNvPr>
          <p:cNvSpPr>
            <a:spLocks noChangeAspect="1"/>
          </p:cNvSpPr>
          <p:nvPr userDrawn="1"/>
        </p:nvSpPr>
        <p:spPr>
          <a:xfrm>
            <a:off x="6227970" y="222114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486150-9219-560A-8B4F-FB551F786E68}"/>
              </a:ext>
            </a:extLst>
          </p:cNvPr>
          <p:cNvSpPr>
            <a:spLocks noChangeAspect="1"/>
          </p:cNvSpPr>
          <p:nvPr userDrawn="1"/>
        </p:nvSpPr>
        <p:spPr>
          <a:xfrm>
            <a:off x="8985924" y="222114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Placeholder 71">
            <a:extLst>
              <a:ext uri="{FF2B5EF4-FFF2-40B4-BE49-F238E27FC236}">
                <a16:creationId xmlns:a16="http://schemas.microsoft.com/office/drawing/2014/main" id="{3D1F2F57-2A88-FA57-51B5-9FCB557F9F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177" y="1818875"/>
            <a:ext cx="2767426" cy="300442"/>
          </a:xfrm>
        </p:spPr>
        <p:txBody>
          <a:bodyPr lIns="108000" rIns="288000" anchor="b" anchorCtr="0">
            <a:noAutofit/>
          </a:bodyPr>
          <a:lstStyle>
            <a:lvl1pPr>
              <a:defRPr sz="20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55" name="Text Placeholder 71">
            <a:extLst>
              <a:ext uri="{FF2B5EF4-FFF2-40B4-BE49-F238E27FC236}">
                <a16:creationId xmlns:a16="http://schemas.microsoft.com/office/drawing/2014/main" id="{799F0539-8B24-4E4B-EF4C-121B551D8B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4603" y="1818875"/>
            <a:ext cx="2746295" cy="300442"/>
          </a:xfrm>
        </p:spPr>
        <p:txBody>
          <a:bodyPr lIns="108000" rIns="288000" anchor="b" anchorCtr="0">
            <a:noAutofit/>
          </a:bodyPr>
          <a:lstStyle>
            <a:lvl1pPr>
              <a:defRPr sz="20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56" name="Text Placeholder 71">
            <a:extLst>
              <a:ext uri="{FF2B5EF4-FFF2-40B4-BE49-F238E27FC236}">
                <a16:creationId xmlns:a16="http://schemas.microsoft.com/office/drawing/2014/main" id="{9DFB2CE5-A177-E72D-3CD4-2646E4DCE5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0141" y="1818875"/>
            <a:ext cx="2745959" cy="300442"/>
          </a:xfrm>
        </p:spPr>
        <p:txBody>
          <a:bodyPr lIns="108000" rIns="288000" anchor="b" anchorCtr="0">
            <a:noAutofit/>
          </a:bodyPr>
          <a:lstStyle>
            <a:lvl1pPr>
              <a:defRPr sz="20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57" name="Text Placeholder 71">
            <a:extLst>
              <a:ext uri="{FF2B5EF4-FFF2-40B4-BE49-F238E27FC236}">
                <a16:creationId xmlns:a16="http://schemas.microsoft.com/office/drawing/2014/main" id="{7A262EC1-F639-E81C-3343-3DA348DA9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6100" y="1818875"/>
            <a:ext cx="2773719" cy="300442"/>
          </a:xfrm>
        </p:spPr>
        <p:txBody>
          <a:bodyPr lIns="108000" rIns="288000" anchor="b" anchorCtr="0">
            <a:noAutofit/>
          </a:bodyPr>
          <a:lstStyle>
            <a:lvl1pPr>
              <a:defRPr sz="20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0FE60C61-D20F-0DE2-38DC-62D2FAD384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06471" y="2580600"/>
            <a:ext cx="2737785" cy="3288893"/>
          </a:xfrm>
        </p:spPr>
        <p:txBody>
          <a:bodyPr lIns="180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7F661011-0524-7D80-F0B1-7EB66B450AD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361059" y="2580600"/>
            <a:ext cx="2737785" cy="3288893"/>
          </a:xfrm>
        </p:spPr>
        <p:txBody>
          <a:bodyPr lIns="180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5F501377-4DE1-C96B-B5CB-4675C424B7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00140" y="2580600"/>
            <a:ext cx="2737785" cy="3288893"/>
          </a:xfrm>
        </p:spPr>
        <p:txBody>
          <a:bodyPr lIns="180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71120A03-3A4D-1301-C17A-86C4C160588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48429" y="2580600"/>
            <a:ext cx="2737785" cy="3288893"/>
          </a:xfrm>
        </p:spPr>
        <p:txBody>
          <a:bodyPr lIns="180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E1EED275-7B77-2C7A-2A0B-3F40AF164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902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Milestones 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057C032F-3530-74E5-5E33-EF5F1D6976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B7F29198-E920-459C-2862-C2C7FB6FEB6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95489908"/>
              </p:ext>
            </p:extLst>
          </p:nvPr>
        </p:nvGraphicFramePr>
        <p:xfrm>
          <a:off x="606585" y="2265316"/>
          <a:ext cx="11007610" cy="3618719"/>
        </p:xfrm>
        <a:graphic>
          <a:graphicData uri="http://schemas.openxmlformats.org/drawingml/2006/table">
            <a:tbl>
              <a:tblPr bandCol="1">
                <a:tableStyleId>{2D5ABB26-0587-4C30-8999-92F81FD0307C}</a:tableStyleId>
              </a:tblPr>
              <a:tblGrid>
                <a:gridCol w="2201522">
                  <a:extLst>
                    <a:ext uri="{9D8B030D-6E8A-4147-A177-3AD203B41FA5}">
                      <a16:colId xmlns:a16="http://schemas.microsoft.com/office/drawing/2014/main" val="4151945498"/>
                    </a:ext>
                  </a:extLst>
                </a:gridCol>
                <a:gridCol w="2201522">
                  <a:extLst>
                    <a:ext uri="{9D8B030D-6E8A-4147-A177-3AD203B41FA5}">
                      <a16:colId xmlns:a16="http://schemas.microsoft.com/office/drawing/2014/main" val="1382627474"/>
                    </a:ext>
                  </a:extLst>
                </a:gridCol>
                <a:gridCol w="2201522">
                  <a:extLst>
                    <a:ext uri="{9D8B030D-6E8A-4147-A177-3AD203B41FA5}">
                      <a16:colId xmlns:a16="http://schemas.microsoft.com/office/drawing/2014/main" val="2312284562"/>
                    </a:ext>
                  </a:extLst>
                </a:gridCol>
                <a:gridCol w="2201522">
                  <a:extLst>
                    <a:ext uri="{9D8B030D-6E8A-4147-A177-3AD203B41FA5}">
                      <a16:colId xmlns:a16="http://schemas.microsoft.com/office/drawing/2014/main" val="380964293"/>
                    </a:ext>
                  </a:extLst>
                </a:gridCol>
                <a:gridCol w="2201522">
                  <a:extLst>
                    <a:ext uri="{9D8B030D-6E8A-4147-A177-3AD203B41FA5}">
                      <a16:colId xmlns:a16="http://schemas.microsoft.com/office/drawing/2014/main" val="2456329606"/>
                    </a:ext>
                  </a:extLst>
                </a:gridCol>
              </a:tblGrid>
              <a:tr h="36187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04028"/>
                  </a:ext>
                </a:extLst>
              </a:tr>
            </a:tbl>
          </a:graphicData>
        </a:graphic>
      </p:graphicFrame>
      <p:sp>
        <p:nvSpPr>
          <p:cNvPr id="49" name="object 14">
            <a:extLst>
              <a:ext uri="{FF2B5EF4-FFF2-40B4-BE49-F238E27FC236}">
                <a16:creationId xmlns:a16="http://schemas.microsoft.com/office/drawing/2014/main" id="{A52E1F34-96C7-3C86-48A7-FAB9C405C20B}"/>
              </a:ext>
            </a:extLst>
          </p:cNvPr>
          <p:cNvSpPr/>
          <p:nvPr userDrawn="1"/>
        </p:nvSpPr>
        <p:spPr>
          <a:xfrm>
            <a:off x="577805" y="2265316"/>
            <a:ext cx="11042014" cy="0"/>
          </a:xfrm>
          <a:custGeom>
            <a:avLst/>
            <a:gdLst/>
            <a:ahLst/>
            <a:cxnLst/>
            <a:rect l="l" t="t" r="r" b="b"/>
            <a:pathLst>
              <a:path w="18209260">
                <a:moveTo>
                  <a:pt x="0" y="0"/>
                </a:moveTo>
                <a:lnTo>
                  <a:pt x="18208869" y="0"/>
                </a:lnTo>
              </a:path>
            </a:pathLst>
          </a:custGeom>
          <a:ln w="9525">
            <a:solidFill>
              <a:schemeClr val="bg2"/>
            </a:solidFill>
          </a:ln>
        </p:spPr>
        <p:txBody>
          <a:bodyPr wrap="square" lIns="0" tIns="0" rIns="0" bIns="0" rtlCol="0"/>
          <a:lstStyle/>
          <a:p>
            <a:endParaRPr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72DC89E-D242-DAA1-0108-585F64C330D1}"/>
              </a:ext>
            </a:extLst>
          </p:cNvPr>
          <p:cNvSpPr>
            <a:spLocks noChangeAspect="1"/>
          </p:cNvSpPr>
          <p:nvPr userDrawn="1"/>
        </p:nvSpPr>
        <p:spPr>
          <a:xfrm>
            <a:off x="681017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7D58FC1-83B9-3BAD-C3EF-06E8D5DE120F}"/>
              </a:ext>
            </a:extLst>
          </p:cNvPr>
          <p:cNvSpPr>
            <a:spLocks noChangeAspect="1"/>
          </p:cNvSpPr>
          <p:nvPr userDrawn="1"/>
        </p:nvSpPr>
        <p:spPr>
          <a:xfrm>
            <a:off x="2892295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Placeholder 71">
            <a:extLst>
              <a:ext uri="{FF2B5EF4-FFF2-40B4-BE49-F238E27FC236}">
                <a16:creationId xmlns:a16="http://schemas.microsoft.com/office/drawing/2014/main" id="{3D1F2F57-2A88-FA57-51B5-9FCB557F9F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177" y="1805995"/>
            <a:ext cx="2217229" cy="300442"/>
          </a:xfrm>
        </p:spPr>
        <p:txBody>
          <a:bodyPr lIns="108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55" name="Text Placeholder 71">
            <a:extLst>
              <a:ext uri="{FF2B5EF4-FFF2-40B4-BE49-F238E27FC236}">
                <a16:creationId xmlns:a16="http://schemas.microsoft.com/office/drawing/2014/main" id="{799F0539-8B24-4E4B-EF4C-121B551D8B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89882" y="1805995"/>
            <a:ext cx="2200300" cy="300442"/>
          </a:xfrm>
        </p:spPr>
        <p:txBody>
          <a:bodyPr lIns="108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0FE60C61-D20F-0DE2-38DC-62D2FAD384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06471" y="2567720"/>
            <a:ext cx="2193481" cy="3288887"/>
          </a:xfrm>
        </p:spPr>
        <p:txBody>
          <a:bodyPr lIns="180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7F661011-0524-7D80-F0B1-7EB66B450AD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06338" y="2567720"/>
            <a:ext cx="2193482" cy="3288887"/>
          </a:xfrm>
        </p:spPr>
        <p:txBody>
          <a:bodyPr lIns="180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428D8F-1413-2F6F-66F0-EA64E72C6F19}"/>
              </a:ext>
            </a:extLst>
          </p:cNvPr>
          <p:cNvSpPr>
            <a:spLocks noChangeAspect="1"/>
          </p:cNvSpPr>
          <p:nvPr userDrawn="1"/>
        </p:nvSpPr>
        <p:spPr>
          <a:xfrm>
            <a:off x="5108619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71">
            <a:extLst>
              <a:ext uri="{FF2B5EF4-FFF2-40B4-BE49-F238E27FC236}">
                <a16:creationId xmlns:a16="http://schemas.microsoft.com/office/drawing/2014/main" id="{ED2B6425-619B-AFAF-1CF5-12D51DA095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06206" y="1805995"/>
            <a:ext cx="2200300" cy="300442"/>
          </a:xfrm>
        </p:spPr>
        <p:txBody>
          <a:bodyPr lIns="108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42048595-A0EA-7BB4-A2D8-622DB0779CA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22662" y="2567720"/>
            <a:ext cx="2193482" cy="3288887"/>
          </a:xfrm>
        </p:spPr>
        <p:txBody>
          <a:bodyPr lIns="180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1A4FAF-CCB7-1F56-BEE2-622CF1A54FAB}"/>
              </a:ext>
            </a:extLst>
          </p:cNvPr>
          <p:cNvSpPr>
            <a:spLocks noChangeAspect="1"/>
          </p:cNvSpPr>
          <p:nvPr userDrawn="1"/>
        </p:nvSpPr>
        <p:spPr>
          <a:xfrm>
            <a:off x="7304231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Placeholder 71">
            <a:extLst>
              <a:ext uri="{FF2B5EF4-FFF2-40B4-BE49-F238E27FC236}">
                <a16:creationId xmlns:a16="http://schemas.microsoft.com/office/drawing/2014/main" id="{AD33553F-FF2E-A084-58B1-CABD32043C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01818" y="1805995"/>
            <a:ext cx="2200300" cy="300442"/>
          </a:xfrm>
        </p:spPr>
        <p:txBody>
          <a:bodyPr lIns="108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E55650A2-C067-405B-1B74-AC970B406C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218274" y="2567720"/>
            <a:ext cx="2193482" cy="3288887"/>
          </a:xfrm>
        </p:spPr>
        <p:txBody>
          <a:bodyPr lIns="180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65D2802-7493-9694-05E4-80CC2EF9B231}"/>
              </a:ext>
            </a:extLst>
          </p:cNvPr>
          <p:cNvSpPr>
            <a:spLocks noChangeAspect="1"/>
          </p:cNvSpPr>
          <p:nvPr userDrawn="1"/>
        </p:nvSpPr>
        <p:spPr>
          <a:xfrm>
            <a:off x="9512554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Placeholder 71">
            <a:extLst>
              <a:ext uri="{FF2B5EF4-FFF2-40B4-BE49-F238E27FC236}">
                <a16:creationId xmlns:a16="http://schemas.microsoft.com/office/drawing/2014/main" id="{71110D7A-CD1D-2C97-57A0-9A17C8D313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10141" y="1805995"/>
            <a:ext cx="2200300" cy="300442"/>
          </a:xfrm>
        </p:spPr>
        <p:txBody>
          <a:bodyPr lIns="108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1F3181-D3F3-3AA6-E3A7-A60D86BCE4F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426597" y="2567720"/>
            <a:ext cx="2193482" cy="3288887"/>
          </a:xfrm>
        </p:spPr>
        <p:txBody>
          <a:bodyPr lIns="180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FB893CC5-5B0D-F192-A9F7-0066686448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257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Milestones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057C032F-3530-74E5-5E33-EF5F1D6976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B7F29198-E920-459C-2862-C2C7FB6FEB6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20648469"/>
              </p:ext>
            </p:extLst>
          </p:nvPr>
        </p:nvGraphicFramePr>
        <p:xfrm>
          <a:off x="577178" y="2265316"/>
          <a:ext cx="11007612" cy="3618719"/>
        </p:xfrm>
        <a:graphic>
          <a:graphicData uri="http://schemas.openxmlformats.org/drawingml/2006/table">
            <a:tbl>
              <a:tblPr bandCol="1">
                <a:tableStyleId>{2D5ABB26-0587-4C30-8999-92F81FD0307C}</a:tableStyleId>
              </a:tblPr>
              <a:tblGrid>
                <a:gridCol w="1834602">
                  <a:extLst>
                    <a:ext uri="{9D8B030D-6E8A-4147-A177-3AD203B41FA5}">
                      <a16:colId xmlns:a16="http://schemas.microsoft.com/office/drawing/2014/main" val="4151945498"/>
                    </a:ext>
                  </a:extLst>
                </a:gridCol>
                <a:gridCol w="1834602">
                  <a:extLst>
                    <a:ext uri="{9D8B030D-6E8A-4147-A177-3AD203B41FA5}">
                      <a16:colId xmlns:a16="http://schemas.microsoft.com/office/drawing/2014/main" val="1382627474"/>
                    </a:ext>
                  </a:extLst>
                </a:gridCol>
                <a:gridCol w="1834602">
                  <a:extLst>
                    <a:ext uri="{9D8B030D-6E8A-4147-A177-3AD203B41FA5}">
                      <a16:colId xmlns:a16="http://schemas.microsoft.com/office/drawing/2014/main" val="2312284562"/>
                    </a:ext>
                  </a:extLst>
                </a:gridCol>
                <a:gridCol w="1834602">
                  <a:extLst>
                    <a:ext uri="{9D8B030D-6E8A-4147-A177-3AD203B41FA5}">
                      <a16:colId xmlns:a16="http://schemas.microsoft.com/office/drawing/2014/main" val="380964293"/>
                    </a:ext>
                  </a:extLst>
                </a:gridCol>
                <a:gridCol w="1834602">
                  <a:extLst>
                    <a:ext uri="{9D8B030D-6E8A-4147-A177-3AD203B41FA5}">
                      <a16:colId xmlns:a16="http://schemas.microsoft.com/office/drawing/2014/main" val="2456329606"/>
                    </a:ext>
                  </a:extLst>
                </a:gridCol>
                <a:gridCol w="1834602">
                  <a:extLst>
                    <a:ext uri="{9D8B030D-6E8A-4147-A177-3AD203B41FA5}">
                      <a16:colId xmlns:a16="http://schemas.microsoft.com/office/drawing/2014/main" val="2168740535"/>
                    </a:ext>
                  </a:extLst>
                </a:gridCol>
              </a:tblGrid>
              <a:tr h="36187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904028"/>
                  </a:ext>
                </a:extLst>
              </a:tr>
            </a:tbl>
          </a:graphicData>
        </a:graphic>
      </p:graphicFrame>
      <p:sp>
        <p:nvSpPr>
          <p:cNvPr id="49" name="object 14">
            <a:extLst>
              <a:ext uri="{FF2B5EF4-FFF2-40B4-BE49-F238E27FC236}">
                <a16:creationId xmlns:a16="http://schemas.microsoft.com/office/drawing/2014/main" id="{A52E1F34-96C7-3C86-48A7-FAB9C405C20B}"/>
              </a:ext>
            </a:extLst>
          </p:cNvPr>
          <p:cNvSpPr/>
          <p:nvPr userDrawn="1"/>
        </p:nvSpPr>
        <p:spPr>
          <a:xfrm>
            <a:off x="577805" y="2265315"/>
            <a:ext cx="11006985" cy="45719"/>
          </a:xfrm>
          <a:custGeom>
            <a:avLst/>
            <a:gdLst/>
            <a:ahLst/>
            <a:cxnLst/>
            <a:rect l="l" t="t" r="r" b="b"/>
            <a:pathLst>
              <a:path w="18209260">
                <a:moveTo>
                  <a:pt x="0" y="0"/>
                </a:moveTo>
                <a:lnTo>
                  <a:pt x="18208869" y="0"/>
                </a:lnTo>
              </a:path>
            </a:pathLst>
          </a:custGeom>
          <a:ln w="9525">
            <a:solidFill>
              <a:schemeClr val="bg2"/>
            </a:solidFill>
          </a:ln>
        </p:spPr>
        <p:txBody>
          <a:bodyPr wrap="square" lIns="0" tIns="0" rIns="0" bIns="0" rtlCol="0"/>
          <a:lstStyle/>
          <a:p>
            <a:endParaRPr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72DC89E-D242-DAA1-0108-585F64C330D1}"/>
              </a:ext>
            </a:extLst>
          </p:cNvPr>
          <p:cNvSpPr>
            <a:spLocks noChangeAspect="1"/>
          </p:cNvSpPr>
          <p:nvPr userDrawn="1"/>
        </p:nvSpPr>
        <p:spPr>
          <a:xfrm>
            <a:off x="681017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Placeholder 71">
            <a:extLst>
              <a:ext uri="{FF2B5EF4-FFF2-40B4-BE49-F238E27FC236}">
                <a16:creationId xmlns:a16="http://schemas.microsoft.com/office/drawing/2014/main" id="{3D1F2F57-2A88-FA57-51B5-9FCB557F9F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177" y="1805995"/>
            <a:ext cx="1807577" cy="300442"/>
          </a:xfrm>
        </p:spPr>
        <p:txBody>
          <a:bodyPr lIns="72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0FE60C61-D20F-0DE2-38DC-62D2FAD384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7178" y="2567720"/>
            <a:ext cx="1789310" cy="3288887"/>
          </a:xfrm>
        </p:spPr>
        <p:txBody>
          <a:bodyPr lIns="108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78D6D93-FD32-F6AE-2A57-61C348C02B3E}"/>
              </a:ext>
            </a:extLst>
          </p:cNvPr>
          <p:cNvSpPr>
            <a:spLocks noChangeAspect="1"/>
          </p:cNvSpPr>
          <p:nvPr userDrawn="1"/>
        </p:nvSpPr>
        <p:spPr>
          <a:xfrm>
            <a:off x="2515019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Placeholder 71">
            <a:extLst>
              <a:ext uri="{FF2B5EF4-FFF2-40B4-BE49-F238E27FC236}">
                <a16:creationId xmlns:a16="http://schemas.microsoft.com/office/drawing/2014/main" id="{21AE5853-8A99-8A93-1D01-2F7FCE23E3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11179" y="1805995"/>
            <a:ext cx="1807577" cy="300442"/>
          </a:xfrm>
        </p:spPr>
        <p:txBody>
          <a:bodyPr lIns="72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1AA430BA-739B-1F40-97FF-53B14467EF8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411180" y="2567720"/>
            <a:ext cx="1789310" cy="3288887"/>
          </a:xfrm>
        </p:spPr>
        <p:txBody>
          <a:bodyPr lIns="108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C0E5BE5-8378-48E2-C8D1-F22E49536780}"/>
              </a:ext>
            </a:extLst>
          </p:cNvPr>
          <p:cNvSpPr>
            <a:spLocks noChangeAspect="1"/>
          </p:cNvSpPr>
          <p:nvPr userDrawn="1"/>
        </p:nvSpPr>
        <p:spPr>
          <a:xfrm>
            <a:off x="4364033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Placeholder 71">
            <a:extLst>
              <a:ext uri="{FF2B5EF4-FFF2-40B4-BE49-F238E27FC236}">
                <a16:creationId xmlns:a16="http://schemas.microsoft.com/office/drawing/2014/main" id="{DDCEF4C9-0B45-4A5E-2D03-31D3672575C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60193" y="1805995"/>
            <a:ext cx="1807577" cy="300442"/>
          </a:xfrm>
        </p:spPr>
        <p:txBody>
          <a:bodyPr lIns="72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B994265A-DDDF-4B03-8D82-FB42EFBCBCE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260194" y="2567720"/>
            <a:ext cx="1789310" cy="3288887"/>
          </a:xfrm>
        </p:spPr>
        <p:txBody>
          <a:bodyPr lIns="108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F31CF81-312F-837D-5714-92C7014354C5}"/>
              </a:ext>
            </a:extLst>
          </p:cNvPr>
          <p:cNvSpPr>
            <a:spLocks noChangeAspect="1"/>
          </p:cNvSpPr>
          <p:nvPr userDrawn="1"/>
        </p:nvSpPr>
        <p:spPr>
          <a:xfrm>
            <a:off x="6199839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Placeholder 71">
            <a:extLst>
              <a:ext uri="{FF2B5EF4-FFF2-40B4-BE49-F238E27FC236}">
                <a16:creationId xmlns:a16="http://schemas.microsoft.com/office/drawing/2014/main" id="{62AEAA69-3020-A0FF-5608-7AFD7A5D29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5999" y="1805995"/>
            <a:ext cx="1807577" cy="300442"/>
          </a:xfrm>
        </p:spPr>
        <p:txBody>
          <a:bodyPr lIns="72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79626162-0EE9-3BA8-0CDF-67028FE32F1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096000" y="2567720"/>
            <a:ext cx="1789310" cy="3288887"/>
          </a:xfrm>
        </p:spPr>
        <p:txBody>
          <a:bodyPr lIns="108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4AB8F32-B492-2CD9-826C-E5C5378592C9}"/>
              </a:ext>
            </a:extLst>
          </p:cNvPr>
          <p:cNvSpPr>
            <a:spLocks noChangeAspect="1"/>
          </p:cNvSpPr>
          <p:nvPr userDrawn="1"/>
        </p:nvSpPr>
        <p:spPr>
          <a:xfrm>
            <a:off x="8035644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3F1D7A91-7111-6E5C-279C-1B1D9695082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31804" y="1805995"/>
            <a:ext cx="1807577" cy="300442"/>
          </a:xfrm>
        </p:spPr>
        <p:txBody>
          <a:bodyPr lIns="72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0E2562B9-545B-AF00-D9F9-44E167A11B9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931805" y="2567720"/>
            <a:ext cx="1789310" cy="3288887"/>
          </a:xfrm>
        </p:spPr>
        <p:txBody>
          <a:bodyPr lIns="108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45C6367-A74F-1C2C-672E-F2E6078D3C68}"/>
              </a:ext>
            </a:extLst>
          </p:cNvPr>
          <p:cNvSpPr>
            <a:spLocks noChangeAspect="1"/>
          </p:cNvSpPr>
          <p:nvPr userDrawn="1"/>
        </p:nvSpPr>
        <p:spPr>
          <a:xfrm>
            <a:off x="9847196" y="2208265"/>
            <a:ext cx="109151" cy="109137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Placeholder 71">
            <a:extLst>
              <a:ext uri="{FF2B5EF4-FFF2-40B4-BE49-F238E27FC236}">
                <a16:creationId xmlns:a16="http://schemas.microsoft.com/office/drawing/2014/main" id="{5865903F-F98B-94C0-7563-3A297E41DA2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43356" y="1805995"/>
            <a:ext cx="1807577" cy="300442"/>
          </a:xfrm>
        </p:spPr>
        <p:txBody>
          <a:bodyPr lIns="72000" rIns="288000" anchor="b" anchorCtr="0"/>
          <a:lstStyle>
            <a:lvl1pPr>
              <a:defRPr sz="1698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Year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CAB912CE-814A-19EE-2402-D55C72FA588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743357" y="2567720"/>
            <a:ext cx="1789310" cy="3288887"/>
          </a:xfrm>
        </p:spPr>
        <p:txBody>
          <a:bodyPr lIns="108000" rIns="216000">
            <a:norm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569AEE36-A9E8-D3CB-4B39-AF16195F35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17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ual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03BAA2C-9254-B18D-A058-251E52C66E8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06880639"/>
              </p:ext>
            </p:extLst>
          </p:nvPr>
        </p:nvGraphicFramePr>
        <p:xfrm>
          <a:off x="606585" y="2278196"/>
          <a:ext cx="11007612" cy="3618726"/>
        </p:xfrm>
        <a:graphic>
          <a:graphicData uri="http://schemas.openxmlformats.org/drawingml/2006/table">
            <a:tbl>
              <a:tblPr bandCol="1">
                <a:tableStyleId>{2D5ABB26-0587-4C30-8999-92F81FD0307C}</a:tableStyleId>
              </a:tblPr>
              <a:tblGrid>
                <a:gridCol w="917301">
                  <a:extLst>
                    <a:ext uri="{9D8B030D-6E8A-4147-A177-3AD203B41FA5}">
                      <a16:colId xmlns:a16="http://schemas.microsoft.com/office/drawing/2014/main" val="4151945498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1382627474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2312284562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380964293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2227914870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2386396939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1442862435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2496167856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936398145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3251811526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2298212362"/>
                    </a:ext>
                  </a:extLst>
                </a:gridCol>
                <a:gridCol w="917301">
                  <a:extLst>
                    <a:ext uri="{9D8B030D-6E8A-4147-A177-3AD203B41FA5}">
                      <a16:colId xmlns:a16="http://schemas.microsoft.com/office/drawing/2014/main" val="1474312375"/>
                    </a:ext>
                  </a:extLst>
                </a:gridCol>
              </a:tblGrid>
              <a:tr h="36187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  <a:spcAft>
                          <a:spcPts val="2400"/>
                        </a:spcAft>
                      </a:pP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42" marR="174642" marT="218274" marB="174619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0402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057C032F-3530-74E5-5E33-EF5F1D6976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9" name="object 14">
            <a:extLst>
              <a:ext uri="{FF2B5EF4-FFF2-40B4-BE49-F238E27FC236}">
                <a16:creationId xmlns:a16="http://schemas.microsoft.com/office/drawing/2014/main" id="{A52E1F34-96C7-3C86-48A7-FAB9C405C20B}"/>
              </a:ext>
            </a:extLst>
          </p:cNvPr>
          <p:cNvSpPr/>
          <p:nvPr userDrawn="1"/>
        </p:nvSpPr>
        <p:spPr>
          <a:xfrm>
            <a:off x="577805" y="2278195"/>
            <a:ext cx="11036388" cy="45719"/>
          </a:xfrm>
          <a:custGeom>
            <a:avLst/>
            <a:gdLst/>
            <a:ahLst/>
            <a:cxnLst/>
            <a:rect l="l" t="t" r="r" b="b"/>
            <a:pathLst>
              <a:path w="18209260">
                <a:moveTo>
                  <a:pt x="0" y="0"/>
                </a:moveTo>
                <a:lnTo>
                  <a:pt x="18208869" y="0"/>
                </a:lnTo>
              </a:path>
            </a:pathLst>
          </a:custGeom>
          <a:ln w="9525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72DC89E-D242-DAA1-0108-585F64C330D1}"/>
              </a:ext>
            </a:extLst>
          </p:cNvPr>
          <p:cNvSpPr>
            <a:spLocks noChangeAspect="1"/>
          </p:cNvSpPr>
          <p:nvPr userDrawn="1"/>
        </p:nvSpPr>
        <p:spPr>
          <a:xfrm>
            <a:off x="681017" y="2221145"/>
            <a:ext cx="109151" cy="109137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7D58FC1-83B9-3BAD-C3EF-06E8D5DE120F}"/>
              </a:ext>
            </a:extLst>
          </p:cNvPr>
          <p:cNvSpPr>
            <a:spLocks noChangeAspect="1"/>
          </p:cNvSpPr>
          <p:nvPr userDrawn="1"/>
        </p:nvSpPr>
        <p:spPr>
          <a:xfrm>
            <a:off x="3460438" y="2221145"/>
            <a:ext cx="109151" cy="109137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D582DFC-3D0D-D5F8-AA6B-5676C8C4B3BF}"/>
              </a:ext>
            </a:extLst>
          </p:cNvPr>
          <p:cNvSpPr>
            <a:spLocks noChangeAspect="1"/>
          </p:cNvSpPr>
          <p:nvPr userDrawn="1"/>
        </p:nvSpPr>
        <p:spPr>
          <a:xfrm>
            <a:off x="6227970" y="2221145"/>
            <a:ext cx="109151" cy="109137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486150-9219-560A-8B4F-FB551F786E68}"/>
              </a:ext>
            </a:extLst>
          </p:cNvPr>
          <p:cNvSpPr>
            <a:spLocks noChangeAspect="1"/>
          </p:cNvSpPr>
          <p:nvPr userDrawn="1"/>
        </p:nvSpPr>
        <p:spPr>
          <a:xfrm>
            <a:off x="8985924" y="2221145"/>
            <a:ext cx="109151" cy="109137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Placeholder 71">
            <a:extLst>
              <a:ext uri="{FF2B5EF4-FFF2-40B4-BE49-F238E27FC236}">
                <a16:creationId xmlns:a16="http://schemas.microsoft.com/office/drawing/2014/main" id="{3D1F2F57-2A88-FA57-51B5-9FCB557F9F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177" y="1818875"/>
            <a:ext cx="2767426" cy="300442"/>
          </a:xfrm>
        </p:spPr>
        <p:txBody>
          <a:bodyPr lIns="108000" rIns="288000" anchor="b" anchorCtr="0">
            <a:noAutofit/>
          </a:bodyPr>
          <a:lstStyle>
            <a:lvl1pPr>
              <a:defRPr sz="18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Month – Month</a:t>
            </a:r>
          </a:p>
        </p:txBody>
      </p:sp>
      <p:sp>
        <p:nvSpPr>
          <p:cNvPr id="55" name="Text Placeholder 71">
            <a:extLst>
              <a:ext uri="{FF2B5EF4-FFF2-40B4-BE49-F238E27FC236}">
                <a16:creationId xmlns:a16="http://schemas.microsoft.com/office/drawing/2014/main" id="{799F0539-8B24-4E4B-EF4C-121B551D8B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4603" y="1818875"/>
            <a:ext cx="2746295" cy="300442"/>
          </a:xfrm>
        </p:spPr>
        <p:txBody>
          <a:bodyPr lIns="108000" rIns="28800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Month – Month</a:t>
            </a:r>
          </a:p>
        </p:txBody>
      </p:sp>
      <p:sp>
        <p:nvSpPr>
          <p:cNvPr id="56" name="Text Placeholder 71">
            <a:extLst>
              <a:ext uri="{FF2B5EF4-FFF2-40B4-BE49-F238E27FC236}">
                <a16:creationId xmlns:a16="http://schemas.microsoft.com/office/drawing/2014/main" id="{9DFB2CE5-A177-E72D-3CD4-2646E4DCE5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0141" y="1818875"/>
            <a:ext cx="2745959" cy="300442"/>
          </a:xfrm>
        </p:spPr>
        <p:txBody>
          <a:bodyPr lIns="108000" rIns="288000" anchor="b" anchorCtr="0">
            <a:noAutofit/>
          </a:bodyPr>
          <a:lstStyle>
            <a:lvl1pPr>
              <a:defRPr sz="18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Month – Month</a:t>
            </a:r>
          </a:p>
        </p:txBody>
      </p:sp>
      <p:sp>
        <p:nvSpPr>
          <p:cNvPr id="57" name="Text Placeholder 71">
            <a:extLst>
              <a:ext uri="{FF2B5EF4-FFF2-40B4-BE49-F238E27FC236}">
                <a16:creationId xmlns:a16="http://schemas.microsoft.com/office/drawing/2014/main" id="{7A262EC1-F639-E81C-3343-3DA348DA9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6100" y="1818875"/>
            <a:ext cx="2773719" cy="300442"/>
          </a:xfrm>
        </p:spPr>
        <p:txBody>
          <a:bodyPr lIns="108000" rIns="288000" anchor="b" anchorCtr="0">
            <a:noAutofit/>
          </a:bodyPr>
          <a:lstStyle>
            <a:lvl1pPr>
              <a:defRPr sz="18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Month – Month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031F97C-D610-4D45-F78B-D175D9A0E75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485839" y="2583275"/>
            <a:ext cx="8012329" cy="380567"/>
          </a:xfrm>
          <a:prstGeom prst="roundRect">
            <a:avLst>
              <a:gd name="adj" fmla="val 50000"/>
            </a:avLst>
          </a:prstGeom>
          <a:solidFill>
            <a:srgbClr val="E6E6E6"/>
          </a:solidFill>
        </p:spPr>
        <p:txBody>
          <a:bodyPr vert="horz" wrap="square" lIns="180000" tIns="54000" rIns="180000" bIns="54000" rtlCol="0" anchor="ctr" anchorCtr="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en-US" sz="1050" b="1" i="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485" dirty="0" smtClean="0">
                <a:solidFill>
                  <a:schemeClr val="bg1"/>
                </a:solidFill>
              </a:defRPr>
            </a:lvl2pPr>
            <a:lvl3pPr>
              <a:defRPr lang="en-US" dirty="0" smtClean="0">
                <a:solidFill>
                  <a:schemeClr val="bg1"/>
                </a:solidFill>
              </a:defRPr>
            </a:lvl3pPr>
            <a:lvl4pPr>
              <a:defRPr lang="en-US" dirty="0" smtClean="0">
                <a:solidFill>
                  <a:schemeClr val="bg1"/>
                </a:solidFill>
              </a:defRPr>
            </a:lvl4pPr>
            <a:lvl5pPr>
              <a:defRPr lang="en-GB" dirty="0">
                <a:solidFill>
                  <a:schemeClr val="bg1"/>
                </a:solidFill>
              </a:defRPr>
            </a:lvl5pPr>
          </a:lstStyle>
          <a:p>
            <a:pPr marR="0" lvl="0" fontAlgn="auto">
              <a:spcAft>
                <a:spcPts val="1455"/>
              </a:spcAft>
              <a:buClrTx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FF72A2C-EC93-1960-E000-9D1BE3C473D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18374" y="2588233"/>
            <a:ext cx="2451893" cy="380567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180000" tIns="54000" rIns="180000" bIns="54000" rtlCol="0" anchor="ctr" anchorCtr="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en-US" sz="1050" b="1" i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485" dirty="0" smtClean="0">
                <a:solidFill>
                  <a:schemeClr val="bg1"/>
                </a:solidFill>
              </a:defRPr>
            </a:lvl2pPr>
            <a:lvl3pPr>
              <a:defRPr lang="en-US" dirty="0" smtClean="0">
                <a:solidFill>
                  <a:schemeClr val="bg1"/>
                </a:solidFill>
              </a:defRPr>
            </a:lvl3pPr>
            <a:lvl4pPr>
              <a:defRPr lang="en-US" dirty="0" smtClean="0">
                <a:solidFill>
                  <a:schemeClr val="bg1"/>
                </a:solidFill>
              </a:defRPr>
            </a:lvl4pPr>
            <a:lvl5pPr>
              <a:defRPr lang="en-GB" dirty="0">
                <a:solidFill>
                  <a:schemeClr val="bg1"/>
                </a:solidFill>
              </a:defRPr>
            </a:lvl5pPr>
          </a:lstStyle>
          <a:p>
            <a:pPr marR="0" lvl="0" fontAlgn="auto">
              <a:spcAft>
                <a:spcPts val="1455"/>
              </a:spcAft>
              <a:buClrTx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B3311CB-DC37-BF2B-8E33-872990686A6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020770" y="3112528"/>
            <a:ext cx="2477398" cy="380567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wrap="square" lIns="180000" tIns="54000" rIns="180000" bIns="54000" rtlCol="0" anchor="ctr" anchorCtr="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en-US" sz="1050" b="1" i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485" dirty="0" smtClean="0">
                <a:solidFill>
                  <a:schemeClr val="bg1"/>
                </a:solidFill>
              </a:defRPr>
            </a:lvl2pPr>
            <a:lvl3pPr>
              <a:defRPr lang="en-US" dirty="0" smtClean="0">
                <a:solidFill>
                  <a:schemeClr val="bg1"/>
                </a:solidFill>
              </a:defRPr>
            </a:lvl3pPr>
            <a:lvl4pPr>
              <a:defRPr lang="en-US" dirty="0" smtClean="0">
                <a:solidFill>
                  <a:schemeClr val="bg1"/>
                </a:solidFill>
              </a:defRPr>
            </a:lvl4pPr>
            <a:lvl5pPr>
              <a:defRPr lang="en-GB" dirty="0">
                <a:solidFill>
                  <a:schemeClr val="bg1"/>
                </a:solidFill>
              </a:defRPr>
            </a:lvl5pPr>
          </a:lstStyle>
          <a:p>
            <a:pPr marR="0" lvl="0" fontAlgn="auto">
              <a:spcAft>
                <a:spcPts val="1455"/>
              </a:spcAft>
              <a:buClrTx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C6A5BFA-3D10-182C-1A20-2F9F25DA5EC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8374" y="3112528"/>
            <a:ext cx="8012329" cy="380567"/>
          </a:xfrm>
          <a:prstGeom prst="roundRect">
            <a:avLst>
              <a:gd name="adj" fmla="val 50000"/>
            </a:avLst>
          </a:prstGeom>
          <a:solidFill>
            <a:srgbClr val="E6E6E6"/>
          </a:solidFill>
        </p:spPr>
        <p:txBody>
          <a:bodyPr vert="horz" wrap="square" lIns="180000" tIns="54000" rIns="180000" bIns="54000" rtlCol="0" anchor="ctr" anchorCtr="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en-US" sz="1050" b="1" i="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485" dirty="0" smtClean="0">
                <a:solidFill>
                  <a:schemeClr val="bg1"/>
                </a:solidFill>
              </a:defRPr>
            </a:lvl2pPr>
            <a:lvl3pPr>
              <a:defRPr lang="en-US" dirty="0" smtClean="0">
                <a:solidFill>
                  <a:schemeClr val="bg1"/>
                </a:solidFill>
              </a:defRPr>
            </a:lvl3pPr>
            <a:lvl4pPr>
              <a:defRPr lang="en-US" dirty="0" smtClean="0">
                <a:solidFill>
                  <a:schemeClr val="bg1"/>
                </a:solidFill>
              </a:defRPr>
            </a:lvl4pPr>
            <a:lvl5pPr>
              <a:defRPr lang="en-GB" dirty="0">
                <a:solidFill>
                  <a:schemeClr val="bg1"/>
                </a:solidFill>
              </a:defRPr>
            </a:lvl5pPr>
          </a:lstStyle>
          <a:p>
            <a:pPr marR="0" lvl="0" fontAlgn="auto">
              <a:spcAft>
                <a:spcPts val="1455"/>
              </a:spcAft>
              <a:buClrTx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3D306BC-6AA0-5B15-EAD0-1C4B6C007AE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18374" y="3636823"/>
            <a:ext cx="10779794" cy="380567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vert="horz" wrap="square" lIns="180000" tIns="54000" rIns="180000" bIns="54000" rtlCol="0" anchor="ctr" anchorCtr="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en-US" sz="1050" b="1" i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485" dirty="0" smtClean="0">
                <a:solidFill>
                  <a:schemeClr val="bg1"/>
                </a:solidFill>
              </a:defRPr>
            </a:lvl2pPr>
            <a:lvl3pPr>
              <a:defRPr lang="en-US" dirty="0" smtClean="0">
                <a:solidFill>
                  <a:schemeClr val="bg1"/>
                </a:solidFill>
              </a:defRPr>
            </a:lvl3pPr>
            <a:lvl4pPr>
              <a:defRPr lang="en-US" dirty="0" smtClean="0">
                <a:solidFill>
                  <a:schemeClr val="bg1"/>
                </a:solidFill>
              </a:defRPr>
            </a:lvl4pPr>
            <a:lvl5pPr>
              <a:defRPr lang="en-GB" dirty="0">
                <a:solidFill>
                  <a:schemeClr val="bg1"/>
                </a:solidFill>
              </a:defRPr>
            </a:lvl5pPr>
          </a:lstStyle>
          <a:p>
            <a:pPr marR="0" lvl="0" fontAlgn="auto">
              <a:spcAft>
                <a:spcPts val="1455"/>
              </a:spcAft>
              <a:buClrTx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F279148-11D1-D193-7504-E15A8DBBB7ED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47773" y="4161117"/>
            <a:ext cx="9537643" cy="380567"/>
          </a:xfrm>
          <a:prstGeom prst="roundRect">
            <a:avLst>
              <a:gd name="adj" fmla="val 50000"/>
            </a:avLst>
          </a:prstGeom>
          <a:solidFill>
            <a:srgbClr val="E6E6E6"/>
          </a:solidFill>
        </p:spPr>
        <p:txBody>
          <a:bodyPr vert="horz" wrap="square" lIns="180000" tIns="54000" rIns="180000" bIns="54000" rtlCol="0" anchor="ctr" anchorCtr="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en-US" sz="1050" b="1" i="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485" dirty="0" smtClean="0">
                <a:solidFill>
                  <a:schemeClr val="bg1"/>
                </a:solidFill>
              </a:defRPr>
            </a:lvl2pPr>
            <a:lvl3pPr>
              <a:defRPr lang="en-US" dirty="0" smtClean="0">
                <a:solidFill>
                  <a:schemeClr val="bg1"/>
                </a:solidFill>
              </a:defRPr>
            </a:lvl3pPr>
            <a:lvl4pPr>
              <a:defRPr lang="en-US" dirty="0" smtClean="0">
                <a:solidFill>
                  <a:schemeClr val="bg1"/>
                </a:solidFill>
              </a:defRPr>
            </a:lvl4pPr>
            <a:lvl5pPr>
              <a:defRPr lang="en-GB" dirty="0">
                <a:solidFill>
                  <a:schemeClr val="bg1"/>
                </a:solidFill>
              </a:defRPr>
            </a:lvl5pPr>
          </a:lstStyle>
          <a:p>
            <a:pPr marR="0" lvl="0" fontAlgn="auto">
              <a:spcAft>
                <a:spcPts val="1455"/>
              </a:spcAft>
              <a:buClrTx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B7F7FC01-6091-5D90-D333-FA5671F43B8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7492654" y="4685411"/>
            <a:ext cx="3986410" cy="38056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vert="horz" wrap="square" lIns="180000" tIns="54000" rIns="180000" bIns="54000" rtlCol="0" anchor="ctr" anchorCtr="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en-US" sz="1050" b="1" i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485" dirty="0" smtClean="0">
                <a:solidFill>
                  <a:schemeClr val="bg1"/>
                </a:solidFill>
              </a:defRPr>
            </a:lvl2pPr>
            <a:lvl3pPr>
              <a:defRPr lang="en-US" dirty="0" smtClean="0">
                <a:solidFill>
                  <a:schemeClr val="bg1"/>
                </a:solidFill>
              </a:defRPr>
            </a:lvl3pPr>
            <a:lvl4pPr>
              <a:defRPr lang="en-US" dirty="0" smtClean="0">
                <a:solidFill>
                  <a:schemeClr val="bg1"/>
                </a:solidFill>
              </a:defRPr>
            </a:lvl4pPr>
            <a:lvl5pPr>
              <a:defRPr lang="en-GB" dirty="0">
                <a:solidFill>
                  <a:schemeClr val="bg1"/>
                </a:solidFill>
              </a:defRPr>
            </a:lvl5pPr>
          </a:lstStyle>
          <a:p>
            <a:pPr marR="0" lvl="0" fontAlgn="auto">
              <a:spcAft>
                <a:spcPts val="1455"/>
              </a:spcAft>
              <a:buClrTx/>
              <a:tabLst/>
            </a:pPr>
            <a:r>
              <a:rPr lang="en-US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2B97043F-8A56-C97B-4670-C7080930DA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462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45879FE-583A-DE44-88BA-EB276A69E0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5"/>
            <a:ext cx="11144930" cy="592778"/>
          </a:xfrm>
        </p:spPr>
        <p:txBody>
          <a:bodyPr numCol="1" spcCol="180000">
            <a:normAutofit/>
          </a:bodyPr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229D7B8B-35CA-A145-A474-98CA941C891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15938" y="2081213"/>
            <a:ext cx="11153775" cy="3832225"/>
          </a:xfrm>
        </p:spPr>
        <p:txBody>
          <a:bodyPr anchor="ctr">
            <a:norm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table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5123C021-473A-E6EE-9F97-5C4CB1553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676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54A1155-34EB-A04A-AA96-8DCEA2A0B8AF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15938" y="1304925"/>
            <a:ext cx="11160125" cy="4608513"/>
          </a:xfrm>
        </p:spPr>
        <p:txBody>
          <a:bodyPr anchor="ctr">
            <a:norm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graph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DDEAB972-965E-67B0-3E6E-DB3A42D32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425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+ Int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54A1155-34EB-A04A-AA96-8DCEA2A0B8AF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15938" y="2186941"/>
            <a:ext cx="11160125" cy="3726497"/>
          </a:xfrm>
        </p:spPr>
        <p:txBody>
          <a:bodyPr anchor="ctr">
            <a:norm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graph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B67ED7-707C-628A-DD8C-8D05275A882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31133" y="1304924"/>
            <a:ext cx="11144930" cy="760095"/>
          </a:xfrm>
        </p:spPr>
        <p:txBody>
          <a:bodyPr numCol="1" spcCol="180000">
            <a:normAutofit/>
          </a:bodyPr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42BDE7B4-93C7-2C30-4D7B-FFB6861DC2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489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5574281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5564867" cy="4608511"/>
          </a:xfrm>
        </p:spPr>
        <p:txBody>
          <a:bodyPr numCol="1" spcCol="18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5F41B758-C970-D84A-B3ED-8A3CB892A83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762750" y="366371"/>
            <a:ext cx="4913313" cy="5547067"/>
          </a:xfrm>
        </p:spPr>
        <p:txBody>
          <a:bodyPr anchor="ctr">
            <a:norm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graph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D9548D6F-8918-5712-46CB-83D1CC8420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270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 + Key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5574281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0C5F5C0-30E8-EF40-92DE-494A99ADBAE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304924"/>
            <a:ext cx="5564867" cy="2951067"/>
          </a:xfrm>
        </p:spPr>
        <p:txBody>
          <a:bodyPr numCol="1" spcCol="180000"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5F41B758-C970-D84A-B3ED-8A3CB892A83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762750" y="366371"/>
            <a:ext cx="4913313" cy="5547067"/>
          </a:xfrm>
        </p:spPr>
        <p:txBody>
          <a:bodyPr anchor="ctr">
            <a:norm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graph</a:t>
            </a:r>
          </a:p>
        </p:txBody>
      </p:sp>
      <p:sp>
        <p:nvSpPr>
          <p:cNvPr id="12" name="Table Placeholder 13">
            <a:extLst>
              <a:ext uri="{FF2B5EF4-FFF2-40B4-BE49-F238E27FC236}">
                <a16:creationId xmlns:a16="http://schemas.microsoft.com/office/drawing/2014/main" id="{0471F0B8-12A0-7A45-8C7A-E02063FE5C87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531813" y="4531663"/>
            <a:ext cx="5564187" cy="1381775"/>
          </a:xfrm>
        </p:spPr>
        <p:txBody>
          <a:bodyPr anchor="ctr">
            <a:normAutofit/>
          </a:bodyPr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here to insert table of key statistics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283209AD-D9A2-C0BC-375C-2152105218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751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435620D-DE1F-DC40-82F8-A5A9DDA81D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7144900-27CB-F8C8-8750-EBFD50556D3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15937" y="1738603"/>
            <a:ext cx="1517373" cy="151737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371966-686F-3873-1B61-8D4F2F1781A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09056" y="1738603"/>
            <a:ext cx="1517373" cy="151737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1BA048F-6972-4609-34F2-EF8FDBBDBB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34278" y="1915486"/>
            <a:ext cx="3355742" cy="1163606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8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224FF60B-6BD0-9B1E-2959-11D6263640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5937" y="3998564"/>
            <a:ext cx="1517373" cy="151737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2DB6CCCB-718D-70C8-7A09-2EE0D714452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409056" y="3998564"/>
            <a:ext cx="1517373" cy="151737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6878B28-F503-455B-0FEA-80DE7090542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4278" y="4175447"/>
            <a:ext cx="3355742" cy="1163606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8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AAADD6C4-F1D9-F92B-C5FD-4B4DA8B17C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33196" y="1915486"/>
            <a:ext cx="3355742" cy="1163606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8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5E09E69-6CAD-B355-9823-320AB8FAE66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333196" y="4175447"/>
            <a:ext cx="3355742" cy="1163606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8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8014F7C4-C9C5-457C-9545-346463E91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006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x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435620D-DE1F-DC40-82F8-A5A9DDA81D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9DD9632F-ADC6-0F07-8F3F-62F1AF846E1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15938" y="1711994"/>
            <a:ext cx="987159" cy="9871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A6BDD17B-1F38-C02C-FBE9-A0D8E16AB1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99411" y="1711994"/>
            <a:ext cx="2116757" cy="987159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25EC710C-2932-CFFF-F55D-955597F0FB3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5796" y="1711994"/>
            <a:ext cx="987159" cy="9871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247CB122-DF3E-CDA7-027B-26E525434A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27232" y="1711994"/>
            <a:ext cx="2173163" cy="98710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27971BF0-784D-F3CF-2C6F-CA518054204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20024" y="1711994"/>
            <a:ext cx="987159" cy="9871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0B2CA69D-267F-C90D-4248-B4C35F26DF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11460" y="1711994"/>
            <a:ext cx="2173163" cy="98710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5897A2C1-9865-7BB8-2197-358370EFD4A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5938" y="3155667"/>
            <a:ext cx="987159" cy="9871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62920B1E-EBA9-626D-6305-A1ADAE904D1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99411" y="3155667"/>
            <a:ext cx="2116757" cy="987159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544F1E77-8814-8A3B-D86A-076D4023AC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35796" y="3155667"/>
            <a:ext cx="987159" cy="9871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C7619CC2-0DAA-26FC-AEAA-30394D48883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527232" y="3155667"/>
            <a:ext cx="2173163" cy="98710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8FAFCD1B-5A84-929A-D622-CC609C41B00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220024" y="3155667"/>
            <a:ext cx="987159" cy="9871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32DEC219-4AAE-290C-5636-F2670570011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411460" y="3155667"/>
            <a:ext cx="2173163" cy="98710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B2CF404E-74E2-7F8B-678B-6E7F764D9BF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15938" y="4599456"/>
            <a:ext cx="987159" cy="9871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494146F5-9D36-2EF7-388E-A72B6DA0D9B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699411" y="4599456"/>
            <a:ext cx="2116757" cy="987159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Picture Placeholder 9">
            <a:extLst>
              <a:ext uri="{FF2B5EF4-FFF2-40B4-BE49-F238E27FC236}">
                <a16:creationId xmlns:a16="http://schemas.microsoft.com/office/drawing/2014/main" id="{B71BEAAD-C8C5-6988-5CBE-F7E30241059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335796" y="4599456"/>
            <a:ext cx="987159" cy="9871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51" name="Text Placeholder 15">
            <a:extLst>
              <a:ext uri="{FF2B5EF4-FFF2-40B4-BE49-F238E27FC236}">
                <a16:creationId xmlns:a16="http://schemas.microsoft.com/office/drawing/2014/main" id="{138E6919-019E-02BB-5D0D-FF9C1214241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527232" y="4599456"/>
            <a:ext cx="2173163" cy="98710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Picture Placeholder 9">
            <a:extLst>
              <a:ext uri="{FF2B5EF4-FFF2-40B4-BE49-F238E27FC236}">
                <a16:creationId xmlns:a16="http://schemas.microsoft.com/office/drawing/2014/main" id="{50AEE6D7-E551-8465-B986-00D61EB9730A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220024" y="4599456"/>
            <a:ext cx="987159" cy="9871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EABA07AD-B083-3DC8-2E9C-6607785D0D9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11460" y="4599456"/>
            <a:ext cx="2173163" cy="987101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D12B1B45-84F6-871A-B6BC-BD7BF6F82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5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s x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435620D-DE1F-DC40-82F8-A5A9DDA81D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9DD9632F-ADC6-0F07-8F3F-62F1AF846E1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15939" y="1711995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A6BDD17B-1F38-C02C-FBE9-A0D8E16AB1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96367" y="1711995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0A36E1BF-5D7A-3667-C65B-2DB32E2BD38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15939" y="2786398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A3EF6248-9648-B0CE-3E04-C8F8A63036E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596367" y="2791091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5" name="Picture Placeholder 9">
            <a:extLst>
              <a:ext uri="{FF2B5EF4-FFF2-40B4-BE49-F238E27FC236}">
                <a16:creationId xmlns:a16="http://schemas.microsoft.com/office/drawing/2014/main" id="{C5444EBA-19D0-8678-BDDD-147CE44BC1E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515939" y="3870187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56" name="Text Placeholder 15">
            <a:extLst>
              <a:ext uri="{FF2B5EF4-FFF2-40B4-BE49-F238E27FC236}">
                <a16:creationId xmlns:a16="http://schemas.microsoft.com/office/drawing/2014/main" id="{7D5C4711-97F4-DDD0-D960-DEDF44E5F47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596367" y="3870187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7" name="Picture Placeholder 9">
            <a:extLst>
              <a:ext uri="{FF2B5EF4-FFF2-40B4-BE49-F238E27FC236}">
                <a16:creationId xmlns:a16="http://schemas.microsoft.com/office/drawing/2014/main" id="{E65DD9AF-BC5A-0D6D-203A-19C299826DFB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15939" y="4949284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58" name="Text Placeholder 15">
            <a:extLst>
              <a:ext uri="{FF2B5EF4-FFF2-40B4-BE49-F238E27FC236}">
                <a16:creationId xmlns:a16="http://schemas.microsoft.com/office/drawing/2014/main" id="{50F33994-9EA1-2A51-A537-50F4FB57B23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596367" y="4949284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F4BC789A-02DE-1B25-C17D-56031BFFAC79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357530" y="1711995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60" name="Text Placeholder 15">
            <a:extLst>
              <a:ext uri="{FF2B5EF4-FFF2-40B4-BE49-F238E27FC236}">
                <a16:creationId xmlns:a16="http://schemas.microsoft.com/office/drawing/2014/main" id="{397D8B8C-1AD2-D2A1-C4BA-DC06F2B6EF6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37958" y="1711995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Picture Placeholder 9">
            <a:extLst>
              <a:ext uri="{FF2B5EF4-FFF2-40B4-BE49-F238E27FC236}">
                <a16:creationId xmlns:a16="http://schemas.microsoft.com/office/drawing/2014/main" id="{96F24F90-0E84-D6E6-53DE-5CA754BCC220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357530" y="2786398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62" name="Text Placeholder 15">
            <a:extLst>
              <a:ext uri="{FF2B5EF4-FFF2-40B4-BE49-F238E27FC236}">
                <a16:creationId xmlns:a16="http://schemas.microsoft.com/office/drawing/2014/main" id="{FEE53D37-03B9-FEA3-D9B3-377C5ACE8FB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37958" y="2791091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3" name="Picture Placeholder 9">
            <a:extLst>
              <a:ext uri="{FF2B5EF4-FFF2-40B4-BE49-F238E27FC236}">
                <a16:creationId xmlns:a16="http://schemas.microsoft.com/office/drawing/2014/main" id="{D91880C0-5866-3A2D-E9A1-293A080C3CBC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357530" y="3870187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64" name="Text Placeholder 15">
            <a:extLst>
              <a:ext uri="{FF2B5EF4-FFF2-40B4-BE49-F238E27FC236}">
                <a16:creationId xmlns:a16="http://schemas.microsoft.com/office/drawing/2014/main" id="{68479F4A-C40B-C6DF-03E8-C507FF3D457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437958" y="3870187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Picture Placeholder 9">
            <a:extLst>
              <a:ext uri="{FF2B5EF4-FFF2-40B4-BE49-F238E27FC236}">
                <a16:creationId xmlns:a16="http://schemas.microsoft.com/office/drawing/2014/main" id="{C62DBBD6-D33E-DF74-5AE8-96D1913C8C20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4357530" y="4949284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66" name="Text Placeholder 15">
            <a:extLst>
              <a:ext uri="{FF2B5EF4-FFF2-40B4-BE49-F238E27FC236}">
                <a16:creationId xmlns:a16="http://schemas.microsoft.com/office/drawing/2014/main" id="{05529239-A4B5-258D-03F5-01D3ADFE887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437958" y="4949284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7" name="Picture Placeholder 9">
            <a:extLst>
              <a:ext uri="{FF2B5EF4-FFF2-40B4-BE49-F238E27FC236}">
                <a16:creationId xmlns:a16="http://schemas.microsoft.com/office/drawing/2014/main" id="{114AD459-859C-6C0F-FB75-4B02606E57BB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8199122" y="1711995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68" name="Text Placeholder 15">
            <a:extLst>
              <a:ext uri="{FF2B5EF4-FFF2-40B4-BE49-F238E27FC236}">
                <a16:creationId xmlns:a16="http://schemas.microsoft.com/office/drawing/2014/main" id="{4EAF0426-CCDA-221A-38EC-BBD417EBF569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79550" y="1711995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9" name="Picture Placeholder 9">
            <a:extLst>
              <a:ext uri="{FF2B5EF4-FFF2-40B4-BE49-F238E27FC236}">
                <a16:creationId xmlns:a16="http://schemas.microsoft.com/office/drawing/2014/main" id="{EF2E7661-7F3A-851E-C60B-815DA8CE2A18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199122" y="2786398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70" name="Text Placeholder 15">
            <a:extLst>
              <a:ext uri="{FF2B5EF4-FFF2-40B4-BE49-F238E27FC236}">
                <a16:creationId xmlns:a16="http://schemas.microsoft.com/office/drawing/2014/main" id="{8748A2D7-29EB-EEF8-E6A5-383DA278969D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279550" y="2791091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1" name="Picture Placeholder 9">
            <a:extLst>
              <a:ext uri="{FF2B5EF4-FFF2-40B4-BE49-F238E27FC236}">
                <a16:creationId xmlns:a16="http://schemas.microsoft.com/office/drawing/2014/main" id="{E88761E4-7653-636A-0723-500AE4782BC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199122" y="3870187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72" name="Text Placeholder 15">
            <a:extLst>
              <a:ext uri="{FF2B5EF4-FFF2-40B4-BE49-F238E27FC236}">
                <a16:creationId xmlns:a16="http://schemas.microsoft.com/office/drawing/2014/main" id="{B10E2844-BD47-9C07-357D-9EA651BBCA67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9279550" y="3870187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3" name="Picture Placeholder 9">
            <a:extLst>
              <a:ext uri="{FF2B5EF4-FFF2-40B4-BE49-F238E27FC236}">
                <a16:creationId xmlns:a16="http://schemas.microsoft.com/office/drawing/2014/main" id="{310F2473-00CD-C33D-50C3-3F40271F3927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8199122" y="4949284"/>
            <a:ext cx="840422" cy="8404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headshot</a:t>
            </a:r>
          </a:p>
        </p:txBody>
      </p:sp>
      <p:sp>
        <p:nvSpPr>
          <p:cNvPr id="74" name="Text Placeholder 15">
            <a:extLst>
              <a:ext uri="{FF2B5EF4-FFF2-40B4-BE49-F238E27FC236}">
                <a16:creationId xmlns:a16="http://schemas.microsoft.com/office/drawing/2014/main" id="{789611C4-8E98-E2CF-35EB-922860C66E00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9279550" y="4949284"/>
            <a:ext cx="2396513" cy="84042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E8B3CF42-54E8-E94C-40ED-99EBF07A6A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150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435620D-DE1F-DC40-82F8-A5A9DDA81D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81187F35-DC43-A850-FE4F-7D60E8ED7A9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708830"/>
            <a:ext cx="11144930" cy="4204608"/>
          </a:xfrm>
        </p:spPr>
        <p:txBody>
          <a:bodyPr numCol="2" spcCol="360000">
            <a:normAutofit/>
          </a:bodyPr>
          <a:lstStyle>
            <a:lvl1pPr marL="457200" indent="-457200">
              <a:spcBef>
                <a:spcPts val="18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>
              <a:spcAft>
                <a:spcPts val="600"/>
              </a:spcAft>
              <a:defRPr sz="2000" b="1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000" b="1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800" b="1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800" b="1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EEF7C244-84BF-60D2-D9F1-42755CF393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8086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6275323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435620D-DE1F-DC40-82F8-A5A9DDA81D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6275323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81187F35-DC43-A850-FE4F-7D60E8ED7A9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1133" y="1708830"/>
            <a:ext cx="5376371" cy="4204608"/>
          </a:xfrm>
        </p:spPr>
        <p:txBody>
          <a:bodyPr numCol="1" spcCol="360000">
            <a:normAutofit/>
          </a:bodyPr>
          <a:lstStyle>
            <a:lvl1pPr marL="457200" indent="-4572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>
              <a:spcAft>
                <a:spcPts val="600"/>
              </a:spcAft>
              <a:defRPr sz="2000" b="1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000" b="1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800" b="1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800" b="1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1F8B0E5-465B-1592-BFB3-5F01C3B0E69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132637" y="1708830"/>
            <a:ext cx="664405" cy="4204608"/>
          </a:xfrm>
        </p:spPr>
        <p:txBody>
          <a:bodyPr numCol="1" spcCol="360000">
            <a:normAutofit/>
          </a:bodyPr>
          <a:lstStyle>
            <a:lvl1pPr marL="0" indent="0" algn="r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None/>
              <a:defRPr sz="2400" b="0">
                <a:solidFill>
                  <a:schemeClr val="tx2">
                    <a:lumMod val="50000"/>
                  </a:schemeClr>
                </a:solidFill>
              </a:defRPr>
            </a:lvl1pPr>
            <a:lvl2pPr>
              <a:spcAft>
                <a:spcPts val="600"/>
              </a:spcAft>
              <a:defRPr sz="2000" b="1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000" b="1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800" b="1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800" b="1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GB"/>
              <a:t>X</a:t>
            </a:r>
          </a:p>
          <a:p>
            <a:pPr lvl="0"/>
            <a:endParaRPr lang="en-GB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A8C7E29-42A4-2542-6547-ACCD8C92B2B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368539" y="366371"/>
            <a:ext cx="4307523" cy="5530549"/>
          </a:xfrm>
          <a:prstGeom prst="roundRect">
            <a:avLst>
              <a:gd name="adj" fmla="val 30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D4242E00-B793-880E-16D5-36A3B2A83C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917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CC8CFDE6-4B69-4AAE-B661-CA3297ED97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009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435620D-DE1F-DC40-82F8-A5A9DDA81D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961078"/>
            <a:ext cx="11154344" cy="34384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F738E78B-FC6D-DB33-2714-5815BF0676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2259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BF64A8-1A66-3E4E-A12E-9D18479792C2}"/>
              </a:ext>
            </a:extLst>
          </p:cNvPr>
          <p:cNvSpPr/>
          <p:nvPr userDrawn="1"/>
        </p:nvSpPr>
        <p:spPr>
          <a:xfrm>
            <a:off x="0" y="0"/>
            <a:ext cx="13154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fld id="{AB746B08-255A-2748-8A21-40BE94A17FD1}" type="slidenum">
              <a:rPr lang="en-GB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/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27F7D4A8-D9C4-BC55-7ABB-A45435D56D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947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– 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948F206-DEEB-5B40-8BA7-143941F2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5927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8796DB6-82EE-924E-8976-7DE150C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AB746B08-255A-2748-8A21-40BE94A17FD1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063F7-9F88-FC43-9097-EF2C6F300361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281141B5-1A99-0843-88B3-4F5177BD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/>
              <a:t>Presentation Footer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2F163DD3-2C85-44DB-59CB-94725C557D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027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Key Sta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290FAF2-2869-2B9B-5880-4EE57045BC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28" y="1249683"/>
            <a:ext cx="11208352" cy="269081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11500">
                <a:solidFill>
                  <a:schemeClr val="bg1"/>
                </a:solidFill>
              </a:defRPr>
            </a:lvl1pPr>
          </a:lstStyle>
          <a:p>
            <a:r>
              <a:rPr lang="en-GB"/>
              <a:t>XXXXXX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0F9BA01A-4636-2441-F8D0-2E265BF7D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937" y="6353142"/>
            <a:ext cx="261630" cy="136526"/>
          </a:xfrm>
          <a:prstGeom prst="rect">
            <a:avLst/>
          </a:prstGeom>
        </p:spPr>
        <p:txBody>
          <a:bodyPr anchor="b"/>
          <a:lstStyle>
            <a:lvl1pPr>
              <a:defRPr sz="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AB746B08-255A-2748-8A21-40BE94A17FD1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751308-8682-E296-A343-1719555B3C95}"/>
              </a:ext>
            </a:extLst>
          </p:cNvPr>
          <p:cNvCxnSpPr>
            <a:cxnSpLocks/>
          </p:cNvCxnSpPr>
          <p:nvPr userDrawn="1"/>
        </p:nvCxnSpPr>
        <p:spPr>
          <a:xfrm>
            <a:off x="515937" y="6293461"/>
            <a:ext cx="100197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A1AFB23D-B299-93C8-2304-575B5ED93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7567" y="6353142"/>
            <a:ext cx="4114800" cy="136526"/>
          </a:xfrm>
          <a:prstGeom prst="rect">
            <a:avLst/>
          </a:prstGeom>
        </p:spPr>
        <p:txBody>
          <a:bodyPr anchor="b"/>
          <a:lstStyle>
            <a:lvl1pPr>
              <a:defRPr sz="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/>
              <a:t>Presentation Footer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4AB32E5-85C1-B8E6-505F-2580C9B2E9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6" y="4053840"/>
            <a:ext cx="6364924" cy="1668779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8A88996B-DBBD-54DE-C3A1-77440CDC08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97358" y="5942668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6215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4" y="3"/>
          <a:ext cx="211668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" y="3"/>
                        <a:ext cx="211668" cy="15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ubtitle 2">
            <a:extLst>
              <a:ext uri="{FF2B5EF4-FFF2-40B4-BE49-F238E27FC236}">
                <a16:creationId xmlns:a16="http://schemas.microsoft.com/office/drawing/2014/main" id="{0FEF2971-18CA-A447-B977-0E8BA063D8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481899" y="3993160"/>
            <a:ext cx="6564923" cy="215444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spcAft>
                <a:spcPts val="0"/>
              </a:spcAft>
              <a:buNone/>
              <a:defRPr sz="1400" b="0" cap="all" spc="300" baseline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  <a:lvl2pPr marL="536433" indent="0" algn="ctr">
              <a:buNone/>
              <a:defRPr sz="2300"/>
            </a:lvl2pPr>
            <a:lvl3pPr marL="1072866" indent="0" algn="ctr">
              <a:buNone/>
              <a:defRPr sz="2100"/>
            </a:lvl3pPr>
            <a:lvl4pPr marL="1609298" indent="0" algn="ctr">
              <a:buNone/>
              <a:defRPr sz="1900"/>
            </a:lvl4pPr>
            <a:lvl5pPr marL="2145731" indent="0" algn="ctr">
              <a:buNone/>
              <a:defRPr sz="1900"/>
            </a:lvl5pPr>
            <a:lvl6pPr marL="2682164" indent="0" algn="ctr">
              <a:buNone/>
              <a:defRPr sz="1900"/>
            </a:lvl6pPr>
            <a:lvl7pPr marL="3218597" indent="0" algn="ctr">
              <a:buNone/>
              <a:defRPr sz="1900"/>
            </a:lvl7pPr>
            <a:lvl8pPr marL="3755029" indent="0" algn="ctr">
              <a:buNone/>
              <a:defRPr sz="1900"/>
            </a:lvl8pPr>
            <a:lvl9pPr marL="4291462" indent="0" algn="ctr">
              <a:buNone/>
              <a:defRPr sz="1900"/>
            </a:lvl9pPr>
          </a:lstStyle>
          <a:p>
            <a:r>
              <a:rPr lang="en-US" dirty="0"/>
              <a:t>Sub-title and date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1B53F68-7CEB-4F4B-A468-2B1D397F0E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1900" y="2757412"/>
            <a:ext cx="8082916" cy="646331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4200" b="0" baseline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Title is Inter 42 point</a:t>
            </a:r>
          </a:p>
        </p:txBody>
      </p:sp>
      <p:cxnSp>
        <p:nvCxnSpPr>
          <p:cNvPr id="24" name="Line">
            <a:extLst>
              <a:ext uri="{FF2B5EF4-FFF2-40B4-BE49-F238E27FC236}">
                <a16:creationId xmlns:a16="http://schemas.microsoft.com/office/drawing/2014/main" id="{E277333D-8D22-DE4D-BED7-4452956ECF14}"/>
              </a:ext>
            </a:extLst>
          </p:cNvPr>
          <p:cNvCxnSpPr>
            <a:cxnSpLocks/>
          </p:cNvCxnSpPr>
          <p:nvPr userDrawn="1"/>
        </p:nvCxnSpPr>
        <p:spPr>
          <a:xfrm>
            <a:off x="3481899" y="3709468"/>
            <a:ext cx="56270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6EC3E5E-8C80-C44A-AD67-64D64758C168}"/>
              </a:ext>
            </a:extLst>
          </p:cNvPr>
          <p:cNvSpPr/>
          <p:nvPr userDrawn="1"/>
        </p:nvSpPr>
        <p:spPr>
          <a:xfrm>
            <a:off x="0" y="1695088"/>
            <a:ext cx="2250831" cy="347423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AEFEC6CE-33D8-26AB-97E8-47B03F474EB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9522" y="2613107"/>
            <a:ext cx="1631786" cy="163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2298">
          <p15:clr>
            <a:srgbClr val="FBAE40"/>
          </p15:clr>
        </p15:guide>
        <p15:guide id="4" orient="horz" pos="2432">
          <p15:clr>
            <a:srgbClr val="FBAE40"/>
          </p15:clr>
        </p15:guide>
        <p15:guide id="5" orient="horz" pos="2568">
          <p15:clr>
            <a:srgbClr val="FBAE40"/>
          </p15:clr>
        </p15:guide>
        <p15:guide id="6" orient="horz" pos="2702">
          <p15:clr>
            <a:srgbClr val="FBAE40"/>
          </p15:clr>
        </p15:guide>
        <p15:guide id="7" orient="horz" pos="2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4" y="3"/>
          <a:ext cx="211668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" y="3"/>
                        <a:ext cx="211668" cy="15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ubtitle 2">
            <a:extLst>
              <a:ext uri="{FF2B5EF4-FFF2-40B4-BE49-F238E27FC236}">
                <a16:creationId xmlns:a16="http://schemas.microsoft.com/office/drawing/2014/main" id="{0FEF2971-18CA-A447-B977-0E8BA063D8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481899" y="3993160"/>
            <a:ext cx="6564923" cy="215444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spcAft>
                <a:spcPts val="0"/>
              </a:spcAft>
              <a:buNone/>
              <a:defRPr sz="1400" b="0" cap="all" spc="300" baseline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  <a:lvl2pPr marL="536433" indent="0" algn="ctr">
              <a:buNone/>
              <a:defRPr sz="2300"/>
            </a:lvl2pPr>
            <a:lvl3pPr marL="1072866" indent="0" algn="ctr">
              <a:buNone/>
              <a:defRPr sz="2100"/>
            </a:lvl3pPr>
            <a:lvl4pPr marL="1609298" indent="0" algn="ctr">
              <a:buNone/>
              <a:defRPr sz="1900"/>
            </a:lvl4pPr>
            <a:lvl5pPr marL="2145731" indent="0" algn="ctr">
              <a:buNone/>
              <a:defRPr sz="1900"/>
            </a:lvl5pPr>
            <a:lvl6pPr marL="2682164" indent="0" algn="ctr">
              <a:buNone/>
              <a:defRPr sz="1900"/>
            </a:lvl6pPr>
            <a:lvl7pPr marL="3218597" indent="0" algn="ctr">
              <a:buNone/>
              <a:defRPr sz="1900"/>
            </a:lvl7pPr>
            <a:lvl8pPr marL="3755029" indent="0" algn="ctr">
              <a:buNone/>
              <a:defRPr sz="1900"/>
            </a:lvl8pPr>
            <a:lvl9pPr marL="4291462" indent="0" algn="ctr">
              <a:buNone/>
              <a:defRPr sz="1900"/>
            </a:lvl9pPr>
          </a:lstStyle>
          <a:p>
            <a:r>
              <a:rPr lang="en-US" dirty="0"/>
              <a:t>Sub-title and date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1B53F68-7CEB-4F4B-A468-2B1D397F0E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1900" y="2757412"/>
            <a:ext cx="8082916" cy="646331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4200" b="0" baseline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is Inter 42 point</a:t>
            </a:r>
          </a:p>
        </p:txBody>
      </p:sp>
      <p:cxnSp>
        <p:nvCxnSpPr>
          <p:cNvPr id="24" name="Line">
            <a:extLst>
              <a:ext uri="{FF2B5EF4-FFF2-40B4-BE49-F238E27FC236}">
                <a16:creationId xmlns:a16="http://schemas.microsoft.com/office/drawing/2014/main" id="{E277333D-8D22-DE4D-BED7-4452956ECF14}"/>
              </a:ext>
            </a:extLst>
          </p:cNvPr>
          <p:cNvCxnSpPr>
            <a:cxnSpLocks/>
          </p:cNvCxnSpPr>
          <p:nvPr userDrawn="1"/>
        </p:nvCxnSpPr>
        <p:spPr>
          <a:xfrm>
            <a:off x="3481899" y="3709468"/>
            <a:ext cx="56270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6EC3E5E-8C80-C44A-AD67-64D64758C168}"/>
              </a:ext>
            </a:extLst>
          </p:cNvPr>
          <p:cNvSpPr/>
          <p:nvPr userDrawn="1"/>
        </p:nvSpPr>
        <p:spPr>
          <a:xfrm>
            <a:off x="0" y="1695088"/>
            <a:ext cx="2250831" cy="347423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D0874-C429-427A-B983-1D55C4ADA9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09354" y="914401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ZA" dirty="0"/>
              <a:t>To insert photo overlay, refer to instructions at end of deck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0E4A05E2-3B75-B6AC-F569-BE76848FF7C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9522" y="2613107"/>
            <a:ext cx="1631786" cy="163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2298">
          <p15:clr>
            <a:srgbClr val="FBAE40"/>
          </p15:clr>
        </p15:guide>
        <p15:guide id="4" orient="horz" pos="2432">
          <p15:clr>
            <a:srgbClr val="FBAE40"/>
          </p15:clr>
        </p15:guide>
        <p15:guide id="5" orient="horz" pos="2568">
          <p15:clr>
            <a:srgbClr val="FBAE40"/>
          </p15:clr>
        </p15:guide>
        <p15:guide id="6" orient="horz" pos="2702">
          <p15:clr>
            <a:srgbClr val="FBAE40"/>
          </p15:clr>
        </p15:guide>
        <p15:guide id="7" orient="horz" pos="2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yell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EE1AA8C-E15D-A44A-9406-A5219CE72065}"/>
              </a:ext>
            </a:extLst>
          </p:cNvPr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F3B11C">
              <a:alpha val="94902"/>
            </a:srgb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4" y="3"/>
          <a:ext cx="211668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" y="3"/>
                        <a:ext cx="211668" cy="15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Subtitle 2">
            <a:extLst>
              <a:ext uri="{FF2B5EF4-FFF2-40B4-BE49-F238E27FC236}">
                <a16:creationId xmlns:a16="http://schemas.microsoft.com/office/drawing/2014/main" id="{0FEF2971-18CA-A447-B977-0E8BA063D8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481899" y="3993160"/>
            <a:ext cx="6564923" cy="215444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spcAft>
                <a:spcPts val="0"/>
              </a:spcAft>
              <a:buNone/>
              <a:defRPr sz="1400" b="0" cap="all" spc="3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  <a:lvl2pPr marL="536433" indent="0" algn="ctr">
              <a:buNone/>
              <a:defRPr sz="2300"/>
            </a:lvl2pPr>
            <a:lvl3pPr marL="1072866" indent="0" algn="ctr">
              <a:buNone/>
              <a:defRPr sz="2100"/>
            </a:lvl3pPr>
            <a:lvl4pPr marL="1609298" indent="0" algn="ctr">
              <a:buNone/>
              <a:defRPr sz="1900"/>
            </a:lvl4pPr>
            <a:lvl5pPr marL="2145731" indent="0" algn="ctr">
              <a:buNone/>
              <a:defRPr sz="1900"/>
            </a:lvl5pPr>
            <a:lvl6pPr marL="2682164" indent="0" algn="ctr">
              <a:buNone/>
              <a:defRPr sz="1900"/>
            </a:lvl6pPr>
            <a:lvl7pPr marL="3218597" indent="0" algn="ctr">
              <a:buNone/>
              <a:defRPr sz="1900"/>
            </a:lvl7pPr>
            <a:lvl8pPr marL="3755029" indent="0" algn="ctr">
              <a:buNone/>
              <a:defRPr sz="1900"/>
            </a:lvl8pPr>
            <a:lvl9pPr marL="4291462" indent="0" algn="ctr">
              <a:buNone/>
              <a:defRPr sz="1900"/>
            </a:lvl9pPr>
          </a:lstStyle>
          <a:p>
            <a:r>
              <a:rPr lang="en-US"/>
              <a:t>Sub-title and date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1B53F68-7CEB-4F4B-A468-2B1D397F0E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1900" y="2757412"/>
            <a:ext cx="8082916" cy="646331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4200" b="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is Inter 42 point</a:t>
            </a:r>
          </a:p>
        </p:txBody>
      </p:sp>
      <p:cxnSp>
        <p:nvCxnSpPr>
          <p:cNvPr id="24" name="Line">
            <a:extLst>
              <a:ext uri="{FF2B5EF4-FFF2-40B4-BE49-F238E27FC236}">
                <a16:creationId xmlns:a16="http://schemas.microsoft.com/office/drawing/2014/main" id="{E277333D-8D22-DE4D-BED7-4452956ECF14}"/>
              </a:ext>
            </a:extLst>
          </p:cNvPr>
          <p:cNvCxnSpPr>
            <a:cxnSpLocks/>
          </p:cNvCxnSpPr>
          <p:nvPr userDrawn="1"/>
        </p:nvCxnSpPr>
        <p:spPr>
          <a:xfrm>
            <a:off x="3481899" y="3709468"/>
            <a:ext cx="562708" cy="0"/>
          </a:xfrm>
          <a:prstGeom prst="line">
            <a:avLst/>
          </a:prstGeom>
          <a:ln w="28575">
            <a:solidFill>
              <a:srgbClr val="8818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6EC3E5E-8C80-C44A-AD67-64D64758C168}"/>
              </a:ext>
            </a:extLst>
          </p:cNvPr>
          <p:cNvSpPr/>
          <p:nvPr userDrawn="1"/>
        </p:nvSpPr>
        <p:spPr>
          <a:xfrm>
            <a:off x="0" y="1695088"/>
            <a:ext cx="2250831" cy="347423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1A3603C-679D-4F76-BE5B-3D88C80F51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09354" y="914401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ZA"/>
              <a:t>To insert photo overlay, refer to instructions at end of deck</a:t>
            </a:r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73CA071E-6ADA-F2CC-EA95-1418646C569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9522" y="2613107"/>
            <a:ext cx="1631786" cy="163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05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2298">
          <p15:clr>
            <a:srgbClr val="FBAE40"/>
          </p15:clr>
        </p15:guide>
        <p15:guide id="4" orient="horz" pos="2432">
          <p15:clr>
            <a:srgbClr val="FBAE40"/>
          </p15:clr>
        </p15:guide>
        <p15:guide id="5" orient="horz" pos="2568">
          <p15:clr>
            <a:srgbClr val="FBAE40"/>
          </p15:clr>
        </p15:guide>
        <p15:guide id="6" orient="horz" pos="2702">
          <p15:clr>
            <a:srgbClr val="FBAE40"/>
          </p15:clr>
        </p15:guide>
        <p15:guide id="7" orient="horz" pos="2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_clien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A56A69-0F22-8E45-A819-2CCCFDD53A64}"/>
              </a:ext>
            </a:extLst>
          </p:cNvPr>
          <p:cNvSpPr/>
          <p:nvPr userDrawn="1"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0889A8">
              <a:alpha val="89804"/>
            </a:srgb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85070F-B826-0945-8FE1-66C969558BFD}"/>
              </a:ext>
            </a:extLst>
          </p:cNvPr>
          <p:cNvSpPr/>
          <p:nvPr userDrawn="1"/>
        </p:nvSpPr>
        <p:spPr>
          <a:xfrm>
            <a:off x="0" y="6165850"/>
            <a:ext cx="12192000" cy="692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4" y="3"/>
          <a:ext cx="211668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" y="3"/>
                        <a:ext cx="211668" cy="15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481899" y="3505480"/>
            <a:ext cx="6564923" cy="215444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spcAft>
                <a:spcPts val="0"/>
              </a:spcAft>
              <a:buNone/>
              <a:defRPr sz="1400" b="0" cap="all" spc="3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  <a:lvl2pPr marL="536433" indent="0" algn="ctr">
              <a:buNone/>
              <a:defRPr sz="2300"/>
            </a:lvl2pPr>
            <a:lvl3pPr marL="1072866" indent="0" algn="ctr">
              <a:buNone/>
              <a:defRPr sz="2100"/>
            </a:lvl3pPr>
            <a:lvl4pPr marL="1609298" indent="0" algn="ctr">
              <a:buNone/>
              <a:defRPr sz="1900"/>
            </a:lvl4pPr>
            <a:lvl5pPr marL="2145731" indent="0" algn="ctr">
              <a:buNone/>
              <a:defRPr sz="1900"/>
            </a:lvl5pPr>
            <a:lvl6pPr marL="2682164" indent="0" algn="ctr">
              <a:buNone/>
              <a:defRPr sz="1900"/>
            </a:lvl6pPr>
            <a:lvl7pPr marL="3218597" indent="0" algn="ctr">
              <a:buNone/>
              <a:defRPr sz="1900"/>
            </a:lvl7pPr>
            <a:lvl8pPr marL="3755029" indent="0" algn="ctr">
              <a:buNone/>
              <a:defRPr sz="1900"/>
            </a:lvl8pPr>
            <a:lvl9pPr marL="4291462" indent="0" algn="ctr">
              <a:buNone/>
              <a:defRPr sz="1900"/>
            </a:lvl9pPr>
          </a:lstStyle>
          <a:p>
            <a:r>
              <a:rPr lang="en-US"/>
              <a:t>Sub-title and date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481900" y="2269732"/>
            <a:ext cx="8082916" cy="646331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4200" b="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is Inter 42 point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1373990"/>
            <a:ext cx="2250831" cy="347423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13" name="Line"/>
          <p:cNvCxnSpPr>
            <a:cxnSpLocks/>
          </p:cNvCxnSpPr>
          <p:nvPr userDrawn="1"/>
        </p:nvCxnSpPr>
        <p:spPr>
          <a:xfrm>
            <a:off x="3481899" y="3221788"/>
            <a:ext cx="562708" cy="0"/>
          </a:xfrm>
          <a:prstGeom prst="line">
            <a:avLst/>
          </a:prstGeom>
          <a:ln w="28575">
            <a:solidFill>
              <a:srgbClr val="8818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4269587" y="6321805"/>
            <a:ext cx="3652828" cy="399402"/>
          </a:xfr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Add client logo</a:t>
            </a:r>
          </a:p>
        </p:txBody>
      </p:sp>
      <p:pic>
        <p:nvPicPr>
          <p:cNvPr id="8" name="Picture 7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D6CC0D15-8862-3C30-AE67-620174D2A5E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9522" y="2295215"/>
            <a:ext cx="1631786" cy="163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81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orient="horz" pos="2106">
          <p15:clr>
            <a:srgbClr val="FBAE40"/>
          </p15:clr>
        </p15:guide>
        <p15:guide id="3" orient="horz" pos="1968">
          <p15:clr>
            <a:srgbClr val="FBAE40"/>
          </p15:clr>
        </p15:guide>
        <p15:guide id="4" pos="720">
          <p15:clr>
            <a:srgbClr val="FBAE40"/>
          </p15:clr>
        </p15:guide>
        <p15:guide id="5" orient="horz" pos="2376">
          <p15:clr>
            <a:srgbClr val="FBAE40"/>
          </p15:clr>
        </p15:guide>
        <p15:guide id="6" orient="horz" pos="2240">
          <p15:clr>
            <a:srgbClr val="FBAE40"/>
          </p15:clr>
        </p15:guide>
        <p15:guide id="7" orient="horz" pos="2510">
          <p15:clr>
            <a:srgbClr val="FBAE40"/>
          </p15:clr>
        </p15:guide>
        <p15:guide id="8" orient="horz" pos="2646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rey_clien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A56A69-0F22-8E45-A819-2CCCFDD53A64}"/>
              </a:ext>
            </a:extLst>
          </p:cNvPr>
          <p:cNvSpPr/>
          <p:nvPr userDrawn="1"/>
        </p:nvSpPr>
        <p:spPr>
          <a:xfrm>
            <a:off x="1150" y="2"/>
            <a:ext cx="12192000" cy="6858000"/>
          </a:xfrm>
          <a:prstGeom prst="rect">
            <a:avLst/>
          </a:prstGeom>
          <a:solidFill>
            <a:srgbClr val="918A87">
              <a:alpha val="89804"/>
            </a:srgb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85070F-B826-0945-8FE1-66C969558BFD}"/>
              </a:ext>
            </a:extLst>
          </p:cNvPr>
          <p:cNvSpPr/>
          <p:nvPr userDrawn="1"/>
        </p:nvSpPr>
        <p:spPr>
          <a:xfrm>
            <a:off x="0" y="6165850"/>
            <a:ext cx="12192000" cy="692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4" y="3"/>
          <a:ext cx="211668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" y="3"/>
                        <a:ext cx="211668" cy="15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481899" y="3505480"/>
            <a:ext cx="6564923" cy="215444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spcAft>
                <a:spcPts val="0"/>
              </a:spcAft>
              <a:buNone/>
              <a:defRPr sz="1400" b="0" cap="all" spc="3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  <a:lvl2pPr marL="536433" indent="0" algn="ctr">
              <a:buNone/>
              <a:defRPr sz="2300"/>
            </a:lvl2pPr>
            <a:lvl3pPr marL="1072866" indent="0" algn="ctr">
              <a:buNone/>
              <a:defRPr sz="2100"/>
            </a:lvl3pPr>
            <a:lvl4pPr marL="1609298" indent="0" algn="ctr">
              <a:buNone/>
              <a:defRPr sz="1900"/>
            </a:lvl4pPr>
            <a:lvl5pPr marL="2145731" indent="0" algn="ctr">
              <a:buNone/>
              <a:defRPr sz="1900"/>
            </a:lvl5pPr>
            <a:lvl6pPr marL="2682164" indent="0" algn="ctr">
              <a:buNone/>
              <a:defRPr sz="1900"/>
            </a:lvl6pPr>
            <a:lvl7pPr marL="3218597" indent="0" algn="ctr">
              <a:buNone/>
              <a:defRPr sz="1900"/>
            </a:lvl7pPr>
            <a:lvl8pPr marL="3755029" indent="0" algn="ctr">
              <a:buNone/>
              <a:defRPr sz="1900"/>
            </a:lvl8pPr>
            <a:lvl9pPr marL="4291462" indent="0" algn="ctr">
              <a:buNone/>
              <a:defRPr sz="1900"/>
            </a:lvl9pPr>
          </a:lstStyle>
          <a:p>
            <a:r>
              <a:rPr lang="en-US"/>
              <a:t>Sub-title and date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481900" y="2269732"/>
            <a:ext cx="8082916" cy="646331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4200" b="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is Inter 42 point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1373990"/>
            <a:ext cx="2250831" cy="347423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13" name="Line"/>
          <p:cNvCxnSpPr>
            <a:cxnSpLocks/>
          </p:cNvCxnSpPr>
          <p:nvPr userDrawn="1"/>
        </p:nvCxnSpPr>
        <p:spPr>
          <a:xfrm>
            <a:off x="3481899" y="3221788"/>
            <a:ext cx="562708" cy="0"/>
          </a:xfrm>
          <a:prstGeom prst="line">
            <a:avLst/>
          </a:prstGeom>
          <a:ln w="28575">
            <a:solidFill>
              <a:srgbClr val="8818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4269587" y="6321805"/>
            <a:ext cx="3652828" cy="399402"/>
          </a:xfr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Add client logo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1F2143-AFC9-4299-91D1-E53766CD3C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09354" y="914401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ZA"/>
              <a:t>To insert photo overlay, refer to instructions at end of deck</a:t>
            </a:r>
          </a:p>
        </p:txBody>
      </p:sp>
      <p:pic>
        <p:nvPicPr>
          <p:cNvPr id="6" name="Picture 5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05BD5720-1628-6F41-E0BF-305A987A8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9522" y="2295215"/>
            <a:ext cx="1631786" cy="163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1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orient="horz" pos="2106">
          <p15:clr>
            <a:srgbClr val="FBAE40"/>
          </p15:clr>
        </p15:guide>
        <p15:guide id="3" orient="horz" pos="1968">
          <p15:clr>
            <a:srgbClr val="FBAE40"/>
          </p15:clr>
        </p15:guide>
        <p15:guide id="4" pos="720">
          <p15:clr>
            <a:srgbClr val="FBAE40"/>
          </p15:clr>
        </p15:guide>
        <p15:guide id="5" orient="horz" pos="2376">
          <p15:clr>
            <a:srgbClr val="FBAE40"/>
          </p15:clr>
        </p15:guide>
        <p15:guide id="6" orient="horz" pos="2240">
          <p15:clr>
            <a:srgbClr val="FBAE40"/>
          </p15:clr>
        </p15:guide>
        <p15:guide id="7" orient="horz" pos="2510">
          <p15:clr>
            <a:srgbClr val="FBAE40"/>
          </p15:clr>
        </p15:guide>
        <p15:guide id="8" orient="horz" pos="2646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yellow_clien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A56A69-0F22-8E45-A819-2CCCFDD53A64}"/>
              </a:ext>
            </a:extLst>
          </p:cNvPr>
          <p:cNvSpPr/>
          <p:nvPr userDrawn="1"/>
        </p:nvSpPr>
        <p:spPr>
          <a:xfrm>
            <a:off x="4" y="-8884"/>
            <a:ext cx="12192000" cy="6858000"/>
          </a:xfrm>
          <a:prstGeom prst="rect">
            <a:avLst/>
          </a:prstGeom>
          <a:solidFill>
            <a:srgbClr val="F3B11C">
              <a:alpha val="89804"/>
            </a:srgb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85070F-B826-0945-8FE1-66C969558BFD}"/>
              </a:ext>
            </a:extLst>
          </p:cNvPr>
          <p:cNvSpPr/>
          <p:nvPr userDrawn="1"/>
        </p:nvSpPr>
        <p:spPr>
          <a:xfrm>
            <a:off x="0" y="6165850"/>
            <a:ext cx="12192000" cy="692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4" y="3"/>
          <a:ext cx="211668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" y="3"/>
                        <a:ext cx="211668" cy="158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481899" y="3505480"/>
            <a:ext cx="6564923" cy="215444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spcAft>
                <a:spcPts val="0"/>
              </a:spcAft>
              <a:buNone/>
              <a:defRPr sz="1400" b="0" cap="all" spc="3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  <a:lvl2pPr marL="536433" indent="0" algn="ctr">
              <a:buNone/>
              <a:defRPr sz="2300"/>
            </a:lvl2pPr>
            <a:lvl3pPr marL="1072866" indent="0" algn="ctr">
              <a:buNone/>
              <a:defRPr sz="2100"/>
            </a:lvl3pPr>
            <a:lvl4pPr marL="1609298" indent="0" algn="ctr">
              <a:buNone/>
              <a:defRPr sz="1900"/>
            </a:lvl4pPr>
            <a:lvl5pPr marL="2145731" indent="0" algn="ctr">
              <a:buNone/>
              <a:defRPr sz="1900"/>
            </a:lvl5pPr>
            <a:lvl6pPr marL="2682164" indent="0" algn="ctr">
              <a:buNone/>
              <a:defRPr sz="1900"/>
            </a:lvl6pPr>
            <a:lvl7pPr marL="3218597" indent="0" algn="ctr">
              <a:buNone/>
              <a:defRPr sz="1900"/>
            </a:lvl7pPr>
            <a:lvl8pPr marL="3755029" indent="0" algn="ctr">
              <a:buNone/>
              <a:defRPr sz="1900"/>
            </a:lvl8pPr>
            <a:lvl9pPr marL="4291462" indent="0" algn="ctr">
              <a:buNone/>
              <a:defRPr sz="1900"/>
            </a:lvl9pPr>
          </a:lstStyle>
          <a:p>
            <a:r>
              <a:rPr lang="en-US"/>
              <a:t>Sub-title and date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481900" y="2269732"/>
            <a:ext cx="8082916" cy="646331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4200" b="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is Inter 42 point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1373990"/>
            <a:ext cx="2250831" cy="347423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46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13" name="Line"/>
          <p:cNvCxnSpPr>
            <a:cxnSpLocks/>
          </p:cNvCxnSpPr>
          <p:nvPr userDrawn="1"/>
        </p:nvCxnSpPr>
        <p:spPr>
          <a:xfrm>
            <a:off x="3481899" y="3221788"/>
            <a:ext cx="562708" cy="0"/>
          </a:xfrm>
          <a:prstGeom prst="line">
            <a:avLst/>
          </a:prstGeom>
          <a:ln w="28575">
            <a:solidFill>
              <a:srgbClr val="8818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4269587" y="6321805"/>
            <a:ext cx="3652828" cy="399402"/>
          </a:xfr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Add client logo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6696C55-12B8-467C-9654-B2DDB66F9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09354" y="914401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ZA"/>
              <a:t>To insert photo overlay, refer to instructions at end of deck</a:t>
            </a:r>
          </a:p>
        </p:txBody>
      </p:sp>
      <p:pic>
        <p:nvPicPr>
          <p:cNvPr id="6" name="Picture 5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12FB9569-449B-D9E4-71AF-0322E10314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9522" y="2295215"/>
            <a:ext cx="1631786" cy="163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orient="horz" pos="2106">
          <p15:clr>
            <a:srgbClr val="FBAE40"/>
          </p15:clr>
        </p15:guide>
        <p15:guide id="3" orient="horz" pos="1968">
          <p15:clr>
            <a:srgbClr val="FBAE40"/>
          </p15:clr>
        </p15:guide>
        <p15:guide id="4" pos="720">
          <p15:clr>
            <a:srgbClr val="FBAE40"/>
          </p15:clr>
        </p15:guide>
        <p15:guide id="5" orient="horz" pos="2376">
          <p15:clr>
            <a:srgbClr val="FBAE40"/>
          </p15:clr>
        </p15:guide>
        <p15:guide id="6" orient="horz" pos="2240">
          <p15:clr>
            <a:srgbClr val="FBAE40"/>
          </p15:clr>
        </p15:guide>
        <p15:guide id="7" orient="horz" pos="2510">
          <p15:clr>
            <a:srgbClr val="FBAE40"/>
          </p15:clr>
        </p15:guide>
        <p15:guide id="8" orient="horz" pos="2646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51CFE6BA-E851-DF6B-4C1B-54FF6CD78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3127795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5" imgW="383" imgH="385" progId="TCLayout.ActiveDocument.1">
                  <p:embed/>
                </p:oleObj>
              </mc:Choice>
              <mc:Fallback>
                <p:oleObj name="Diapositive think-cell" r:id="rId5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95385" cy="158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400" b="0" i="0" kern="1200" baseline="0">
              <a:solidFill>
                <a:schemeClr val="tx1"/>
              </a:solidFill>
              <a:latin typeface="Lato"/>
              <a:ea typeface="+mn-ea"/>
              <a:cs typeface="+mn-cs"/>
              <a:sym typeface="Lato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C3DF01-25AB-4CFD-9479-2D30E08C18CE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/>
          </p:cNvSpPr>
          <p:nvPr userDrawn="1"/>
        </p:nvSpPr>
        <p:spPr>
          <a:xfrm>
            <a:off x="1" y="0"/>
            <a:ext cx="629470" cy="98414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943688" y="91963"/>
            <a:ext cx="10621127" cy="800219"/>
          </a:xfrm>
        </p:spPr>
        <p:txBody>
          <a:bodyPr wrap="square" anchor="ctr">
            <a:spAutoFit/>
          </a:bodyPr>
          <a:lstStyle>
            <a:lvl1pPr>
              <a:defRPr sz="2600" baseline="0">
                <a:solidFill>
                  <a:srgbClr val="88194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the slide in Inter 26 points.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943689" y="1257300"/>
            <a:ext cx="10621127" cy="506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06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606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606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Change the styles of the mask text</a:t>
            </a:r>
          </a:p>
          <a:p>
            <a:pPr lvl="1"/>
            <a:r>
              <a:rPr lang="en-US" dirty="0"/>
              <a:t>Second level
Third level
Fourth level
Fifth Level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8005" y="6481275"/>
            <a:ext cx="908574" cy="256161"/>
          </a:xfrm>
          <a:prstGeom prst="rect">
            <a:avLst/>
          </a:prstGeom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A2B38C2-8EBF-44D9-AADD-9BEE9D9CD2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3689" y="6377706"/>
            <a:ext cx="8059634" cy="307777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This space is reserved for footnotes and sources only, and cannot be expanded beyond its current size.                                        Source: [Author/Publisher Name], [Report Name], [Year]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2FB7793-89EE-4C02-98F1-0964680438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76" y="399738"/>
            <a:ext cx="468922" cy="184666"/>
          </a:xfrm>
        </p:spPr>
        <p:txBody>
          <a:bodyPr wrap="square" anchor="ctr">
            <a:spAutoFit/>
          </a:bodyPr>
          <a:lstStyle>
            <a:lvl1pPr marL="0" indent="0" algn="ctr">
              <a:spcAft>
                <a:spcPts val="1200"/>
              </a:spcAft>
              <a:buNone/>
              <a:defRPr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63C9505D-B686-4DE6-95DF-7AD3105F8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5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6209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+ takeawa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C68459C8-2554-ADA8-FDFF-9319E79920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3559241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83" imgH="385" progId="TCLayout.ActiveDocument.1">
                  <p:embed/>
                </p:oleObj>
              </mc:Choice>
              <mc:Fallback>
                <p:oleObj name="Diapositive think-cell" r:id="rId4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>
            <a:spLocks/>
          </p:cNvSpPr>
          <p:nvPr userDrawn="1"/>
        </p:nvSpPr>
        <p:spPr>
          <a:xfrm>
            <a:off x="1" y="0"/>
            <a:ext cx="629470" cy="98414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943689" y="91963"/>
            <a:ext cx="10618842" cy="800219"/>
          </a:xfrm>
        </p:spPr>
        <p:txBody>
          <a:bodyPr wrap="square">
            <a:spAutoFit/>
          </a:bodyPr>
          <a:lstStyle>
            <a:lvl1pPr>
              <a:defRPr sz="2600" baseline="0">
                <a:solidFill>
                  <a:srgbClr val="88194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the slide in Inter 26 points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0D95A394-4E1F-4F2F-AB8C-19CB500312E6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943689" y="1257300"/>
            <a:ext cx="10621127" cy="506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Change the styles of the mask text
Second level
Third level
Fourth level
Fifth Level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43689" y="6377706"/>
            <a:ext cx="8059634" cy="307777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This space is reserved for footnotes and sources only, and cannot be expanded beyond its current size.                                        Source: [Author/Publisher Name], [Report Name], [Year]</a:t>
            </a:r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162004" y="5553610"/>
            <a:ext cx="10182212" cy="770990"/>
          </a:xfrm>
          <a:prstGeom prst="roundRect">
            <a:avLst>
              <a:gd name="adj" fmla="val 16667"/>
            </a:avLst>
          </a:prstGeom>
          <a:solidFill>
            <a:schemeClr val="tx2"/>
          </a:solidFill>
        </p:spPr>
        <p:txBody>
          <a:bodyPr wrap="square" lIns="182880" tIns="91440" rIns="182880" bIns="91440" anchor="ctr">
            <a:noAutofit/>
          </a:bodyPr>
          <a:lstStyle>
            <a:lvl1pPr marL="0" indent="0" algn="ctr">
              <a:buNone/>
              <a:defRPr sz="2000" b="0"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 sz="2000" b="1">
                <a:solidFill>
                  <a:schemeClr val="bg1"/>
                </a:solidFill>
              </a:defRPr>
            </a:lvl2pPr>
            <a:lvl3pPr>
              <a:defRPr sz="2000" b="1">
                <a:solidFill>
                  <a:schemeClr val="bg1"/>
                </a:solidFill>
              </a:defRPr>
            </a:lvl3pPr>
            <a:lvl4pPr>
              <a:defRPr sz="2000" b="1">
                <a:solidFill>
                  <a:schemeClr val="bg1"/>
                </a:solidFill>
              </a:defRPr>
            </a:lvl4pPr>
            <a:lvl5pPr>
              <a:defRPr sz="2000" b="1" baseline="0">
                <a:solidFill>
                  <a:schemeClr val="bg1"/>
                </a:solidFill>
              </a:defRPr>
            </a:lvl5pPr>
            <a:lvl6pPr>
              <a:defRPr sz="2000" b="1" baseline="0">
                <a:solidFill>
                  <a:schemeClr val="bg1"/>
                </a:solidFill>
              </a:defRPr>
            </a:lvl6pPr>
            <a:lvl7pPr>
              <a:defRPr sz="2000" b="1" baseline="0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Key takeaway in Inter 20 points Italics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7627114-13E2-4A1D-B0FE-308C78ECDB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76" y="399738"/>
            <a:ext cx="468922" cy="184666"/>
          </a:xfrm>
        </p:spPr>
        <p:txBody>
          <a:bodyPr wrap="square" anchor="ctr">
            <a:spAutoFit/>
          </a:bodyPr>
          <a:lstStyle>
            <a:lvl1pPr marL="0" indent="0" algn="ctr">
              <a:spcAft>
                <a:spcPts val="1200"/>
              </a:spcAft>
              <a:buNone/>
              <a:defRPr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AB4C89-B1EC-4A14-ACBA-D8660D045E3E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25137EBA-3F1B-47EF-AA71-4D15B4EA5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5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26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+ takeawa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3774B48A-BB59-2EF3-C14D-11EA1312DD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3483966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83" imgH="385" progId="TCLayout.ActiveDocument.1">
                  <p:embed/>
                </p:oleObj>
              </mc:Choice>
              <mc:Fallback>
                <p:oleObj name="Diapositive think-cell" r:id="rId4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>
            <a:spLocks/>
          </p:cNvSpPr>
          <p:nvPr userDrawn="1"/>
        </p:nvSpPr>
        <p:spPr>
          <a:xfrm>
            <a:off x="1" y="0"/>
            <a:ext cx="629470" cy="98414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943689" y="91963"/>
            <a:ext cx="10618842" cy="800219"/>
          </a:xfrm>
        </p:spPr>
        <p:txBody>
          <a:bodyPr wrap="square" anchor="ctr">
            <a:spAutoFit/>
          </a:bodyPr>
          <a:lstStyle>
            <a:lvl1pPr>
              <a:defRPr sz="2600" baseline="0">
                <a:solidFill>
                  <a:srgbClr val="88194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the slide in Inter 26 points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43689" y="6377706"/>
            <a:ext cx="8059634" cy="307777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This space is reserved for footnotes and sources only, and cannot be expanded beyond its current size.                                        Source: [Author/Publisher Name], [Report Name], [Year]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C611104-3FAB-422F-8E5E-5CD930E5A32C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943689" y="1257300"/>
            <a:ext cx="10621127" cy="506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Change the styles of the mask text
Second level
Third level
Fourth level
Fifth Level</a:t>
            </a:r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162004" y="5553610"/>
            <a:ext cx="10182212" cy="770990"/>
          </a:xfrm>
          <a:prstGeom prst="rect">
            <a:avLst/>
          </a:prstGeom>
          <a:solidFill>
            <a:schemeClr val="bg1"/>
          </a:solidFill>
        </p:spPr>
        <p:txBody>
          <a:bodyPr wrap="square" lIns="182880" tIns="91440" rIns="182880" bIns="91440" anchor="ctr">
            <a:noAutofit/>
          </a:bodyPr>
          <a:lstStyle>
            <a:lvl1pPr marL="0" indent="0" algn="ctr">
              <a:buNone/>
              <a:defRPr sz="2000" b="0" i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 sz="2000" b="1">
                <a:solidFill>
                  <a:schemeClr val="bg1"/>
                </a:solidFill>
              </a:defRPr>
            </a:lvl2pPr>
            <a:lvl3pPr>
              <a:defRPr sz="2000" b="1">
                <a:solidFill>
                  <a:schemeClr val="bg1"/>
                </a:solidFill>
              </a:defRPr>
            </a:lvl3pPr>
            <a:lvl4pPr>
              <a:defRPr sz="2000" b="1">
                <a:solidFill>
                  <a:schemeClr val="bg1"/>
                </a:solidFill>
              </a:defRPr>
            </a:lvl4pPr>
            <a:lvl5pPr>
              <a:defRPr sz="2000" b="1" baseline="0">
                <a:solidFill>
                  <a:schemeClr val="bg1"/>
                </a:solidFill>
              </a:defRPr>
            </a:lvl5pPr>
            <a:lvl6pPr>
              <a:defRPr sz="2000" b="1" baseline="0">
                <a:solidFill>
                  <a:schemeClr val="bg1"/>
                </a:solidFill>
              </a:defRPr>
            </a:lvl6pPr>
            <a:lvl7pPr>
              <a:defRPr sz="2000" b="1" baseline="0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Key takeaway in Inter 20 points Italics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B08AB75-6F32-469C-BF0C-CAAB8351BF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76" y="399738"/>
            <a:ext cx="468922" cy="184666"/>
          </a:xfrm>
        </p:spPr>
        <p:txBody>
          <a:bodyPr wrap="square" anchor="ctr">
            <a:spAutoFit/>
          </a:bodyPr>
          <a:lstStyle>
            <a:lvl1pPr marL="0" indent="0" algn="ctr">
              <a:spcAft>
                <a:spcPts val="1200"/>
              </a:spcAft>
              <a:buNone/>
              <a:defRPr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EF7F9D-BEB6-4B88-A956-7D5227998839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8EB3C0A-C523-4890-A962-8D5474812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5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662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0C060199-E9AA-3CEA-D617-385798FB42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83" imgH="385" progId="TCLayout.ActiveDocument.1">
                  <p:embed/>
                </p:oleObj>
              </mc:Choice>
              <mc:Fallback>
                <p:oleObj name="Diapositive think-cell" r:id="rId4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943689" y="1252992"/>
            <a:ext cx="6313307" cy="307777"/>
          </a:xfrm>
        </p:spPr>
        <p:txBody>
          <a:bodyPr vert="horz" wrap="square" lIns="0" tIns="0" rIns="0" bIns="0" rtlCol="0">
            <a:spAutoFit/>
          </a:bodyPr>
          <a:lstStyle>
            <a:lvl1pPr marL="201162" indent="-201162">
              <a:buNone/>
              <a:defRPr lang="en-US" sz="2000" b="0" cap="none" baseline="0" dirty="0">
                <a:solidFill>
                  <a:srgbClr val="F3B11C"/>
                </a:solidFill>
              </a:defRPr>
            </a:lvl1pPr>
          </a:lstStyle>
          <a:p>
            <a:pPr marL="0" lvl="0" indent="0"/>
            <a:r>
              <a:rPr lang="en-US" dirty="0"/>
              <a:t>Sub-title in Inter 20 points</a:t>
            </a:r>
          </a:p>
        </p:txBody>
      </p:sp>
      <p:sp>
        <p:nvSpPr>
          <p:cNvPr id="13" name="Rectangle 12"/>
          <p:cNvSpPr>
            <a:spLocks/>
          </p:cNvSpPr>
          <p:nvPr userDrawn="1"/>
        </p:nvSpPr>
        <p:spPr>
          <a:xfrm>
            <a:off x="1" y="0"/>
            <a:ext cx="629470" cy="98414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4"/>
          </p:nvPr>
        </p:nvSpPr>
        <p:spPr>
          <a:xfrm>
            <a:off x="7369912" y="1252991"/>
            <a:ext cx="4194903" cy="5071610"/>
          </a:xfrm>
          <a:solidFill>
            <a:srgbClr val="0889A8"/>
          </a:solidFill>
        </p:spPr>
        <p:txBody>
          <a:bodyPr wrap="square">
            <a:noAutofit/>
          </a:bodyPr>
          <a:lstStyle>
            <a:lvl1pPr marL="0" indent="0">
              <a:spcAft>
                <a:spcPts val="600"/>
              </a:spcAft>
              <a:buNone/>
              <a:defRPr sz="1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Change the styles of the mask text</a:t>
            </a:r>
            <a:endParaRPr lang="fr-FR" dirty="0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943689" y="292016"/>
            <a:ext cx="10621127" cy="400110"/>
          </a:xfrm>
        </p:spPr>
        <p:txBody>
          <a:bodyPr wrap="square" anchor="ctr">
            <a:spAutoFit/>
          </a:bodyPr>
          <a:lstStyle>
            <a:lvl1pPr>
              <a:defRPr sz="2600" baseline="0">
                <a:solidFill>
                  <a:srgbClr val="881946"/>
                </a:solidFill>
                <a:latin typeface="+mj-lt"/>
              </a:defRPr>
            </a:lvl1pPr>
          </a:lstStyle>
          <a:p>
            <a:r>
              <a:rPr lang="en-US" dirty="0"/>
              <a:t>Title of the slide in Inter 26 points.  Max 1 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943689" y="1707337"/>
            <a:ext cx="6313307" cy="184666"/>
          </a:xfrm>
        </p:spPr>
        <p:txBody>
          <a:bodyPr wrap="square" anchor="b">
            <a:spAutoFit/>
          </a:bodyPr>
          <a:lstStyle>
            <a:lvl1pPr marL="0" indent="0">
              <a:buNone/>
              <a:defRPr sz="1200" cap="all" baseline="0">
                <a:solidFill>
                  <a:srgbClr val="606060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Text in Inter 12 points all caps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43689" y="1996629"/>
            <a:ext cx="6313307" cy="4327971"/>
          </a:xfrm>
        </p:spPr>
        <p:txBody>
          <a:bodyPr wrap="square">
            <a:noAutofit/>
          </a:bodyPr>
          <a:lstStyle>
            <a:lvl1pPr>
              <a:spcAft>
                <a:spcPts val="600"/>
              </a:spcAft>
              <a:defRPr sz="1000">
                <a:solidFill>
                  <a:srgbClr val="606060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text here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7904284" y="1707337"/>
            <a:ext cx="3083456" cy="184666"/>
          </a:xfrm>
        </p:spPr>
        <p:txBody>
          <a:bodyPr wrap="square" anchor="b">
            <a:sp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title text here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7904284" y="1996629"/>
            <a:ext cx="3083456" cy="4319328"/>
          </a:xfrm>
        </p:spPr>
        <p:txBody>
          <a:bodyPr wrap="square">
            <a:noAutofit/>
          </a:bodyPr>
          <a:lstStyle>
            <a:lvl1pPr>
              <a:spcAft>
                <a:spcPts val="600"/>
              </a:spcAft>
              <a:defRPr sz="10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text here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43689" y="6377706"/>
            <a:ext cx="8059634" cy="307777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>
                <a:solidFill>
                  <a:srgbClr val="606060"/>
                </a:solidFill>
              </a:defRPr>
            </a:lvl1pPr>
          </a:lstStyle>
          <a:p>
            <a:pPr lvl="0"/>
            <a:r>
              <a:rPr lang="en-US"/>
              <a:t>This space is reserved for footnotes and sources only, and cannot be expanded beyond its current size.                                        Source: [Author/Publisher Name], [Report Name], [Year]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649FD732-DDC9-4776-AE97-A9BA2881D0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76" y="399738"/>
            <a:ext cx="468922" cy="184666"/>
          </a:xfrm>
        </p:spPr>
        <p:txBody>
          <a:bodyPr wrap="square" anchor="ctr">
            <a:spAutoFit/>
          </a:bodyPr>
          <a:lstStyle>
            <a:lvl1pPr marL="0" indent="0" algn="ctr">
              <a:spcAft>
                <a:spcPts val="1200"/>
              </a:spcAft>
              <a:buNone/>
              <a:defRPr sz="1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0780AE-D7A2-4004-B2E5-D7796577DF6E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88345E53-7D85-4E56-8938-3EF899BB9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Lato" panose="020F0502020204030203" pitchFamily="34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1961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6705AD42-2135-C0BB-3500-CD18286B7B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83" imgH="385" progId="TCLayout.ActiveDocument.1">
                  <p:embed/>
                </p:oleObj>
              </mc:Choice>
              <mc:Fallback>
                <p:oleObj name="Diapositive think-cell" r:id="rId4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943689" y="1252992"/>
            <a:ext cx="6313307" cy="307777"/>
          </a:xfrm>
        </p:spPr>
        <p:txBody>
          <a:bodyPr vert="horz" wrap="square" lIns="0" tIns="0" rIns="0" bIns="0" rtlCol="0">
            <a:spAutoFit/>
          </a:bodyPr>
          <a:lstStyle>
            <a:lvl1pPr marL="201162" indent="-201162">
              <a:buNone/>
              <a:defRPr lang="en-US" sz="2000" b="0" cap="none" baseline="0" dirty="0">
                <a:solidFill>
                  <a:srgbClr val="F3B11C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/>
            <a:r>
              <a:rPr lang="en-US"/>
              <a:t>Sub-title in </a:t>
            </a:r>
            <a:r>
              <a:rPr lang="en-US" err="1"/>
              <a:t>Lato</a:t>
            </a:r>
            <a:r>
              <a:rPr lang="en-US"/>
              <a:t> 20 points</a:t>
            </a:r>
          </a:p>
        </p:txBody>
      </p:sp>
      <p:sp>
        <p:nvSpPr>
          <p:cNvPr id="13" name="Rectangle 12"/>
          <p:cNvSpPr>
            <a:spLocks/>
          </p:cNvSpPr>
          <p:nvPr userDrawn="1"/>
        </p:nvSpPr>
        <p:spPr>
          <a:xfrm>
            <a:off x="1" y="0"/>
            <a:ext cx="629470" cy="98414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4"/>
          </p:nvPr>
        </p:nvSpPr>
        <p:spPr>
          <a:xfrm>
            <a:off x="7369912" y="1252991"/>
            <a:ext cx="4194903" cy="5071610"/>
          </a:xfrm>
          <a:solidFill>
            <a:srgbClr val="918A87"/>
          </a:solidFill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algn="ctr">
              <a:spcAft>
                <a:spcPts val="600"/>
              </a:spcAft>
              <a:buNone/>
            </a:pPr>
            <a:r>
              <a:rPr lang="en-US" dirty="0"/>
              <a:t>Change the styles of the mask text</a:t>
            </a:r>
            <a:endParaRPr lang="fr-FR" dirty="0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943689" y="292016"/>
            <a:ext cx="10621127" cy="400110"/>
          </a:xfrm>
        </p:spPr>
        <p:txBody>
          <a:bodyPr wrap="square" anchor="ctr">
            <a:spAutoFit/>
          </a:bodyPr>
          <a:lstStyle>
            <a:lvl1pPr>
              <a:defRPr sz="2600" baseline="0">
                <a:solidFill>
                  <a:srgbClr val="88194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Title of the slide in Inter 26 points.  Max 1 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943689" y="1707337"/>
            <a:ext cx="6313307" cy="184666"/>
          </a:xfrm>
        </p:spPr>
        <p:txBody>
          <a:bodyPr wrap="square" anchor="b">
            <a:spAutoFit/>
          </a:bodyPr>
          <a:lstStyle>
            <a:lvl1pPr marL="0" indent="0">
              <a:buNone/>
              <a:defRPr sz="1200" cap="all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 in </a:t>
            </a:r>
            <a:r>
              <a:rPr lang="en-US" err="1"/>
              <a:t>lato</a:t>
            </a:r>
            <a:r>
              <a:rPr lang="en-US"/>
              <a:t> 12 points all caps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43689" y="1996629"/>
            <a:ext cx="6313307" cy="4327971"/>
          </a:xfrm>
        </p:spPr>
        <p:txBody>
          <a:bodyPr wrap="square">
            <a:noAutofit/>
          </a:bodyPr>
          <a:lstStyle>
            <a:lvl1pPr>
              <a:spcAft>
                <a:spcPts val="600"/>
              </a:spcAft>
              <a:defRPr sz="100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text here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7904284" y="1707337"/>
            <a:ext cx="3083456" cy="184666"/>
          </a:xfrm>
        </p:spPr>
        <p:txBody>
          <a:bodyPr wrap="square" anchor="b">
            <a:sp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title text here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7904284" y="1996629"/>
            <a:ext cx="3083456" cy="4319328"/>
          </a:xfrm>
        </p:spPr>
        <p:txBody>
          <a:bodyPr wrap="square">
            <a:noAutofit/>
          </a:bodyPr>
          <a:lstStyle>
            <a:lvl1pPr>
              <a:spcAft>
                <a:spcPts val="600"/>
              </a:spcAft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Type your text here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43689" y="6377706"/>
            <a:ext cx="8059634" cy="307777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This space is reserved for footnotes and sources only, and cannot be expanded beyond its current size.                                        Source: [Author/Publisher Name], [Report Name], [Year]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68A9C93-4320-4F62-BD4B-3D01795D3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76" y="399738"/>
            <a:ext cx="468922" cy="184666"/>
          </a:xfrm>
        </p:spPr>
        <p:txBody>
          <a:bodyPr wrap="square" anchor="ctr">
            <a:spAutoFit/>
          </a:bodyPr>
          <a:lstStyle>
            <a:lvl1pPr marL="0" indent="0" algn="ctr">
              <a:spcAft>
                <a:spcPts val="1200"/>
              </a:spcAft>
              <a:buNone/>
              <a:defRPr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FCE6C5-D2B6-4A49-8CA7-1D1D3EAA25AD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F458950F-C999-4D7D-8E79-0411D94D2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3240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6258670F-9AE3-D0C2-E84C-1226BCB900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83" imgH="385" progId="TCLayout.ActiveDocument.1">
                  <p:embed/>
                </p:oleObj>
              </mc:Choice>
              <mc:Fallback>
                <p:oleObj name="Diapositive think-cell" r:id="rId4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943689" y="1252992"/>
            <a:ext cx="6313307" cy="307777"/>
          </a:xfrm>
        </p:spPr>
        <p:txBody>
          <a:bodyPr vert="horz" wrap="square" lIns="0" tIns="0" rIns="0" bIns="0" rtlCol="0">
            <a:spAutoFit/>
          </a:bodyPr>
          <a:lstStyle>
            <a:lvl1pPr marL="201162" indent="-201162">
              <a:buNone/>
              <a:defRPr lang="en-US" sz="2000" b="0" cap="none" baseline="0" dirty="0">
                <a:solidFill>
                  <a:srgbClr val="F3B11C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/>
            <a:r>
              <a:rPr lang="en-US"/>
              <a:t>Sub-title in </a:t>
            </a:r>
            <a:r>
              <a:rPr lang="en-US" err="1"/>
              <a:t>Lato</a:t>
            </a:r>
            <a:r>
              <a:rPr lang="en-US"/>
              <a:t> 20 points</a:t>
            </a:r>
          </a:p>
        </p:txBody>
      </p:sp>
      <p:sp>
        <p:nvSpPr>
          <p:cNvPr id="13" name="Rectangle 12"/>
          <p:cNvSpPr>
            <a:spLocks/>
          </p:cNvSpPr>
          <p:nvPr userDrawn="1"/>
        </p:nvSpPr>
        <p:spPr>
          <a:xfrm>
            <a:off x="1" y="0"/>
            <a:ext cx="629470" cy="98414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4"/>
          </p:nvPr>
        </p:nvSpPr>
        <p:spPr>
          <a:xfrm>
            <a:off x="7369912" y="1252991"/>
            <a:ext cx="4194903" cy="5071610"/>
          </a:xfrm>
          <a:solidFill>
            <a:srgbClr val="F3B11C"/>
          </a:solidFill>
        </p:spPr>
        <p:txBody>
          <a:bodyPr wrap="square">
            <a:noAutofit/>
          </a:bodyPr>
          <a:lstStyle>
            <a:lvl1pPr marL="0" indent="0"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943689" y="292016"/>
            <a:ext cx="10621127" cy="400110"/>
          </a:xfrm>
        </p:spPr>
        <p:txBody>
          <a:bodyPr wrap="square" anchor="ctr">
            <a:spAutoFit/>
          </a:bodyPr>
          <a:lstStyle>
            <a:lvl1pPr>
              <a:defRPr sz="2600" baseline="0">
                <a:solidFill>
                  <a:srgbClr val="88194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Title of the slide in Inter 26 points.  Max 1 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943689" y="1707337"/>
            <a:ext cx="6313307" cy="184666"/>
          </a:xfrm>
        </p:spPr>
        <p:txBody>
          <a:bodyPr wrap="square" anchor="b">
            <a:spAutoFit/>
          </a:bodyPr>
          <a:lstStyle>
            <a:lvl1pPr marL="0" indent="0">
              <a:buNone/>
              <a:defRPr sz="1200" cap="all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 in </a:t>
            </a:r>
            <a:r>
              <a:rPr lang="en-US" err="1"/>
              <a:t>lato</a:t>
            </a:r>
            <a:r>
              <a:rPr lang="en-US"/>
              <a:t> 12 points all caps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43689" y="1996629"/>
            <a:ext cx="6313307" cy="4327972"/>
          </a:xfrm>
        </p:spPr>
        <p:txBody>
          <a:bodyPr wrap="square">
            <a:noAutofit/>
          </a:bodyPr>
          <a:lstStyle>
            <a:lvl1pPr>
              <a:spcAft>
                <a:spcPts val="600"/>
              </a:spcAft>
              <a:defRPr sz="100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text here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7904284" y="1707337"/>
            <a:ext cx="3083456" cy="184666"/>
          </a:xfrm>
        </p:spPr>
        <p:txBody>
          <a:bodyPr wrap="square" anchor="b">
            <a:sp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title text here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43689" y="6377706"/>
            <a:ext cx="8059634" cy="307777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This space is reserved for footnotes and sources only, and cannot be expanded beyond its current size.                                        Source: [Author/Publisher Name], [Report Name], [Year]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5397553-447A-4E1B-93DA-1DCE56B04C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4284" y="1996629"/>
            <a:ext cx="3083456" cy="4319328"/>
          </a:xfrm>
        </p:spPr>
        <p:txBody>
          <a:bodyPr wrap="square">
            <a:noAutofit/>
          </a:bodyPr>
          <a:lstStyle>
            <a:lvl1pPr>
              <a:spcAft>
                <a:spcPts val="600"/>
              </a:spcAft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text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927054CD-F755-44BF-BC83-4B5B46968D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76" y="399738"/>
            <a:ext cx="468922" cy="184666"/>
          </a:xfrm>
        </p:spPr>
        <p:txBody>
          <a:bodyPr wrap="square" anchor="ctr">
            <a:spAutoFit/>
          </a:bodyPr>
          <a:lstStyle>
            <a:lvl1pPr marL="0" indent="0" algn="ctr">
              <a:spcAft>
                <a:spcPts val="1200"/>
              </a:spcAft>
              <a:buNone/>
              <a:defRPr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0CCFCA-2EA5-4005-96ED-09FB33835489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0228121-BE9E-4192-AF30-C984DDD38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37695" y="6528133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4224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"/>
          <p:cNvSpPr>
            <a:spLocks noChangeArrowheads="1"/>
          </p:cNvSpPr>
          <p:nvPr userDrawn="1"/>
        </p:nvSpPr>
        <p:spPr bwMode="gray">
          <a:xfrm>
            <a:off x="1" y="-2"/>
            <a:ext cx="6887126" cy="6858002"/>
          </a:xfrm>
          <a:prstGeom prst="rect">
            <a:avLst/>
          </a:prstGeom>
          <a:solidFill>
            <a:srgbClr val="0889A8"/>
          </a:solidFill>
          <a:ln>
            <a:noFill/>
          </a:ln>
          <a:effectLst/>
        </p:spPr>
        <p:txBody>
          <a:bodyPr wrap="none" lIns="107287" tIns="53643" rIns="107287" bIns="53643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02482" y="1257301"/>
            <a:ext cx="3462335" cy="276999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800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text here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7548766" y="1257300"/>
            <a:ext cx="331451" cy="184666"/>
          </a:xfrm>
        </p:spPr>
        <p:txBody>
          <a:bodyPr wrap="square" anchor="t">
            <a:spAutoFit/>
          </a:bodyPr>
          <a:lstStyle>
            <a:lvl1pPr marL="0" indent="0" algn="l">
              <a:spcAft>
                <a:spcPts val="1200"/>
              </a:spcAft>
              <a:buNone/>
              <a:defRPr sz="1200" b="1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4C551BF-DD3F-EB48-A609-58ED1518B1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059822"/>
            <a:ext cx="6887127" cy="646331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4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  <a:lvl6pPr>
              <a:defRPr baseline="0"/>
            </a:lvl6pPr>
            <a:lvl7pPr>
              <a:defRPr baseline="0"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Table of Contents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CD68A67-C767-45A9-A685-A7D0B2976D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8904" y="722571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ZA"/>
              <a:t>To insert photo overlay, refer to instructions at end of deck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08D920-DEC7-4BD2-AF74-D126E219A5F5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B68DF96-36D2-4AD6-9C99-B882C6DA3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24432DAA-2FF0-7125-B6A2-DE3DAD770F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0435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58A18B7-DCA6-394F-A9E9-76D373225C4A}"/>
              </a:ext>
            </a:extLst>
          </p:cNvPr>
          <p:cNvSpPr/>
          <p:nvPr userDrawn="1"/>
        </p:nvSpPr>
        <p:spPr>
          <a:xfrm>
            <a:off x="6887128" y="0"/>
            <a:ext cx="5304873" cy="685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02482" y="1257301"/>
            <a:ext cx="3462335" cy="276999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800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text here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7548766" y="1257300"/>
            <a:ext cx="331451" cy="184666"/>
          </a:xfrm>
        </p:spPr>
        <p:txBody>
          <a:bodyPr wrap="square" anchor="t">
            <a:spAutoFit/>
          </a:bodyPr>
          <a:lstStyle>
            <a:lvl1pPr marL="0" indent="0" algn="l">
              <a:spcAft>
                <a:spcPts val="1200"/>
              </a:spcAft>
              <a:buNone/>
              <a:defRPr sz="1200" b="1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E3482A0-22F6-45D7-BB8E-AF895773E244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234" y="-1"/>
            <a:ext cx="6887126" cy="6858002"/>
          </a:xfrm>
          <a:prstGeom prst="rect">
            <a:avLst/>
          </a:prstGeom>
          <a:solidFill>
            <a:srgbClr val="F3B11C">
              <a:alpha val="89804"/>
            </a:srgb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lnSpc>
                <a:spcPct val="100000"/>
              </a:lnSpc>
              <a:spcBef>
                <a:spcPts val="0"/>
              </a:spcBef>
            </a:pPr>
            <a:endParaRPr lang="en-US" sz="1600"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059822"/>
            <a:ext cx="6887127" cy="646331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4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  <a:lvl6pPr>
              <a:defRPr baseline="0"/>
            </a:lvl6pPr>
            <a:lvl7pPr>
              <a:defRPr baseline="0"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Table of Contents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87DA55-6227-457E-9BA9-84205717E8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42275" y="1133886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ZA"/>
              <a:t>To insert photo overlay, refer to instructions at end of deck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153E66-E64F-451C-8EF2-E885B85DB1B7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7FF7513-3623-4F78-91E2-5BDF379B9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7BC60B08-D00F-4030-10C0-8C54A6697F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0185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1BE70522-F92C-27C9-1DF5-2E3A24E30B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83" imgH="385" progId="TCLayout.ActiveDocument.1">
                  <p:embed/>
                </p:oleObj>
              </mc:Choice>
              <mc:Fallback>
                <p:oleObj name="Diapositive think-cell" r:id="rId4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943689" y="292016"/>
            <a:ext cx="10621127" cy="400110"/>
          </a:xfrm>
        </p:spPr>
        <p:txBody>
          <a:bodyPr wrap="square">
            <a:spAutoFit/>
          </a:bodyPr>
          <a:lstStyle>
            <a:lvl1pPr>
              <a:defRPr sz="2600" baseline="0">
                <a:solidFill>
                  <a:srgbClr val="88194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/>
              <a:t>Table of Contents</a:t>
            </a:r>
          </a:p>
        </p:txBody>
      </p:sp>
      <p:sp>
        <p:nvSpPr>
          <p:cNvPr id="19" name="Rectangle 18"/>
          <p:cNvSpPr>
            <a:spLocks/>
          </p:cNvSpPr>
          <p:nvPr userDrawn="1"/>
        </p:nvSpPr>
        <p:spPr>
          <a:xfrm>
            <a:off x="1" y="0"/>
            <a:ext cx="629470" cy="98414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515983" y="1257300"/>
            <a:ext cx="10035116" cy="4914900"/>
          </a:xfrm>
        </p:spPr>
        <p:txBody>
          <a:bodyPr wrap="square" anchor="t">
            <a:noAutofit/>
          </a:bodyPr>
          <a:lstStyle>
            <a:lvl1pPr marL="0" indent="0">
              <a:spcAft>
                <a:spcPts val="0"/>
              </a:spcAft>
              <a:buNone/>
              <a:defRPr sz="1800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Type your text here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47616" y="1257300"/>
            <a:ext cx="331451" cy="184666"/>
          </a:xfrm>
        </p:spPr>
        <p:txBody>
          <a:bodyPr wrap="square" anchor="t">
            <a:spAutoFit/>
          </a:bodyPr>
          <a:lstStyle>
            <a:lvl1pPr marL="0" indent="0" algn="l">
              <a:spcAft>
                <a:spcPts val="1200"/>
              </a:spcAft>
              <a:buNone/>
              <a:defRPr sz="1200" b="1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F072BED-A9DE-4738-8E27-BB509D597E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76" y="399738"/>
            <a:ext cx="468922" cy="184666"/>
          </a:xfrm>
        </p:spPr>
        <p:txBody>
          <a:bodyPr wrap="square" anchor="ctr">
            <a:spAutoFit/>
          </a:bodyPr>
          <a:lstStyle>
            <a:lvl1pPr marL="0" indent="0" algn="ctr">
              <a:spcAft>
                <a:spcPts val="1200"/>
              </a:spcAft>
              <a:buNone/>
              <a:defRPr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11DFB7-2BCC-4899-BCB2-BB8B5E0CC9E9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8A62DB9-3BD4-48CA-AA11-335728587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5735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3190064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>
            <a:spLocks/>
          </p:cNvSpPr>
          <p:nvPr userDrawn="1"/>
        </p:nvSpPr>
        <p:spPr>
          <a:xfrm>
            <a:off x="0" y="4234"/>
            <a:ext cx="12192000" cy="6858000"/>
          </a:xfrm>
          <a:prstGeom prst="rect">
            <a:avLst/>
          </a:prstGeom>
          <a:solidFill>
            <a:srgbClr val="0889A8">
              <a:alpha val="89804"/>
            </a:srgb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813539" y="4341052"/>
            <a:ext cx="6564923" cy="215444"/>
          </a:xfrm>
        </p:spPr>
        <p:txBody>
          <a:bodyPr wrap="square" anchor="t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spc="3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  <a:lvl6pPr>
              <a:defRPr baseline="0"/>
            </a:lvl6pPr>
            <a:lvl7pPr>
              <a:defRPr baseline="0"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Section one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312985" y="2233493"/>
            <a:ext cx="9566031" cy="1477328"/>
          </a:xfrm>
        </p:spPr>
        <p:txBody>
          <a:bodyPr wrap="square" anchor="b">
            <a:spAutoFit/>
          </a:bodyPr>
          <a:lstStyle>
            <a:lvl1pPr marL="0" indent="0" algn="ctr">
              <a:buNone/>
              <a:defRPr sz="48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  <a:lvl6pPr>
              <a:defRPr baseline="0"/>
            </a:lvl6pPr>
            <a:lvl7pPr>
              <a:defRPr baseline="0"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Section Title in Inter</a:t>
            </a:r>
            <a:br>
              <a:rPr lang="en-US" dirty="0"/>
            </a:br>
            <a:r>
              <a:rPr lang="en-US" dirty="0"/>
              <a:t>48 points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1426C6-421F-C843-8E75-758EBA0C6474}"/>
              </a:ext>
            </a:extLst>
          </p:cNvPr>
          <p:cNvGrpSpPr/>
          <p:nvPr userDrawn="1"/>
        </p:nvGrpSpPr>
        <p:grpSpPr>
          <a:xfrm>
            <a:off x="856261" y="907814"/>
            <a:ext cx="10479479" cy="5042373"/>
            <a:chOff x="733144" y="917932"/>
            <a:chExt cx="8514577" cy="5042373"/>
          </a:xfrm>
        </p:grpSpPr>
        <p:sp>
          <p:nvSpPr>
            <p:cNvPr id="19" name="Rectangle 2">
              <a:extLst>
                <a:ext uri="{FF2B5EF4-FFF2-40B4-BE49-F238E27FC236}">
                  <a16:creationId xmlns:a16="http://schemas.microsoft.com/office/drawing/2014/main" id="{D47781E6-69B4-2C41-BC0D-98606BC3A88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973401" y="917932"/>
              <a:ext cx="274320" cy="126755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BFA531CA-85C6-124A-8B0F-C1CA2A760323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flipV="1">
              <a:off x="733144" y="5833550"/>
              <a:ext cx="274320" cy="126755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EC768F3-3568-4B9F-8B44-C8326C163C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06977" y="781190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ZA"/>
              <a:t>To insert photo overlay, refer to instructions at end of deck</a:t>
            </a:r>
          </a:p>
        </p:txBody>
      </p:sp>
    </p:spTree>
    <p:extLst>
      <p:ext uri="{BB962C8B-B14F-4D97-AF65-F5344CB8AC3E}">
        <p14:creationId xmlns:p14="http://schemas.microsoft.com/office/powerpoint/2010/main" val="292821577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lue_client l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0292375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>
            <a:spLocks/>
          </p:cNvSpPr>
          <p:nvPr userDrawn="1"/>
        </p:nvSpPr>
        <p:spPr>
          <a:xfrm>
            <a:off x="4234" y="0"/>
            <a:ext cx="12192000" cy="6858000"/>
          </a:xfrm>
          <a:prstGeom prst="rect">
            <a:avLst/>
          </a:prstGeom>
          <a:solidFill>
            <a:srgbClr val="0889A8">
              <a:alpha val="89804"/>
            </a:srgb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813539" y="4130038"/>
            <a:ext cx="6564923" cy="215444"/>
          </a:xfrm>
        </p:spPr>
        <p:txBody>
          <a:bodyPr wrap="square" anchor="t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spc="3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  <a:lvl6pPr>
              <a:defRPr baseline="0"/>
            </a:lvl6pPr>
            <a:lvl7pPr>
              <a:defRPr baseline="0"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Section one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312985" y="2022479"/>
            <a:ext cx="9566031" cy="1477328"/>
          </a:xfrm>
        </p:spPr>
        <p:txBody>
          <a:bodyPr wrap="square" anchor="b">
            <a:spAutoFit/>
          </a:bodyPr>
          <a:lstStyle>
            <a:lvl1pPr marL="0" indent="0" algn="ctr">
              <a:buNone/>
              <a:defRPr sz="48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  <a:lvl6pPr>
              <a:defRPr baseline="0"/>
            </a:lvl6pPr>
            <a:lvl7pPr>
              <a:defRPr baseline="0"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Section Title in Inter</a:t>
            </a:r>
            <a:br>
              <a:rPr lang="en-US" dirty="0"/>
            </a:br>
            <a:r>
              <a:rPr lang="en-US" dirty="0"/>
              <a:t>48 points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1426C6-421F-C843-8E75-758EBA0C6474}"/>
              </a:ext>
            </a:extLst>
          </p:cNvPr>
          <p:cNvGrpSpPr/>
          <p:nvPr userDrawn="1"/>
        </p:nvGrpSpPr>
        <p:grpSpPr>
          <a:xfrm>
            <a:off x="856261" y="907813"/>
            <a:ext cx="10479479" cy="4421054"/>
            <a:chOff x="733144" y="917932"/>
            <a:chExt cx="8514577" cy="4421054"/>
          </a:xfrm>
        </p:grpSpPr>
        <p:sp>
          <p:nvSpPr>
            <p:cNvPr id="19" name="Rectangle 2">
              <a:extLst>
                <a:ext uri="{FF2B5EF4-FFF2-40B4-BE49-F238E27FC236}">
                  <a16:creationId xmlns:a16="http://schemas.microsoft.com/office/drawing/2014/main" id="{D47781E6-69B4-2C41-BC0D-98606BC3A88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973401" y="917932"/>
              <a:ext cx="274320" cy="126755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BFA531CA-85C6-124A-8B0F-C1CA2A760323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flipV="1">
              <a:off x="733144" y="5212231"/>
              <a:ext cx="274320" cy="126755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330D06E-9FD4-4B42-9546-12CDC51263D4}"/>
              </a:ext>
            </a:extLst>
          </p:cNvPr>
          <p:cNvSpPr/>
          <p:nvPr userDrawn="1"/>
        </p:nvSpPr>
        <p:spPr>
          <a:xfrm>
            <a:off x="16078" y="6165850"/>
            <a:ext cx="12192000" cy="692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3F177AED-8C27-CF40-865F-9C24EE2859D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69587" y="6321805"/>
            <a:ext cx="3652828" cy="399402"/>
          </a:xfr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/>
              <a:t>Click icon to add client logo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76E40FD-5C80-4E1A-B62F-6D1BC34F37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06977" y="519930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ZA"/>
              <a:t>To insert photo overlay, refer to instructions at end of deck</a:t>
            </a:r>
          </a:p>
        </p:txBody>
      </p:sp>
    </p:spTree>
    <p:extLst>
      <p:ext uri="{BB962C8B-B14F-4D97-AF65-F5344CB8AC3E}">
        <p14:creationId xmlns:p14="http://schemas.microsoft.com/office/powerpoint/2010/main" val="235106617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_grey_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8A87">
              <a:alpha val="89804"/>
            </a:srgb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813539" y="4130038"/>
            <a:ext cx="6564923" cy="215444"/>
          </a:xfrm>
        </p:spPr>
        <p:txBody>
          <a:bodyPr wrap="square" anchor="t">
            <a:spAutoFit/>
          </a:bodyPr>
          <a:lstStyle>
            <a:lvl1pPr marL="0" indent="0" algn="ctr">
              <a:spcAft>
                <a:spcPts val="0"/>
              </a:spcAft>
              <a:buNone/>
              <a:defRPr sz="1400" cap="all" spc="3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  <a:lvl6pPr>
              <a:defRPr baseline="0"/>
            </a:lvl6pPr>
            <a:lvl7pPr>
              <a:defRPr baseline="0"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Section one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312985" y="2022479"/>
            <a:ext cx="9566031" cy="1477328"/>
          </a:xfrm>
        </p:spPr>
        <p:txBody>
          <a:bodyPr wrap="square" anchor="b">
            <a:spAutoFit/>
          </a:bodyPr>
          <a:lstStyle>
            <a:lvl1pPr marL="0" indent="0" algn="ctr">
              <a:buNone/>
              <a:defRPr sz="4800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  <a:lvl6pPr>
              <a:defRPr baseline="0"/>
            </a:lvl6pPr>
            <a:lvl7pPr>
              <a:defRPr baseline="0"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Section Title in Inter</a:t>
            </a:r>
            <a:br>
              <a:rPr lang="en-US" dirty="0"/>
            </a:br>
            <a:r>
              <a:rPr lang="en-US" dirty="0"/>
              <a:t>48 points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1426C6-421F-C843-8E75-758EBA0C6474}"/>
              </a:ext>
            </a:extLst>
          </p:cNvPr>
          <p:cNvGrpSpPr/>
          <p:nvPr userDrawn="1"/>
        </p:nvGrpSpPr>
        <p:grpSpPr>
          <a:xfrm>
            <a:off x="856261" y="907813"/>
            <a:ext cx="10479479" cy="4421054"/>
            <a:chOff x="733144" y="917932"/>
            <a:chExt cx="8514577" cy="4421054"/>
          </a:xfrm>
        </p:grpSpPr>
        <p:sp>
          <p:nvSpPr>
            <p:cNvPr id="19" name="Rectangle 2">
              <a:extLst>
                <a:ext uri="{FF2B5EF4-FFF2-40B4-BE49-F238E27FC236}">
                  <a16:creationId xmlns:a16="http://schemas.microsoft.com/office/drawing/2014/main" id="{D47781E6-69B4-2C41-BC0D-98606BC3A88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973401" y="917932"/>
              <a:ext cx="274320" cy="126755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BFA531CA-85C6-124A-8B0F-C1CA2A760323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flipV="1">
              <a:off x="733144" y="5212231"/>
              <a:ext cx="274320" cy="126755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330D06E-9FD4-4B42-9546-12CDC51263D4}"/>
              </a:ext>
            </a:extLst>
          </p:cNvPr>
          <p:cNvSpPr/>
          <p:nvPr userDrawn="1"/>
        </p:nvSpPr>
        <p:spPr>
          <a:xfrm>
            <a:off x="0" y="6165850"/>
            <a:ext cx="12192000" cy="6921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3F177AED-8C27-CF40-865F-9C24EE2859D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69587" y="6321805"/>
            <a:ext cx="3652828" cy="399402"/>
          </a:xfr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/>
              <a:t>Click icon to add client logo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0F5E71D-FE01-4DBA-9BC5-503D9818A2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06977" y="519930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ZA"/>
              <a:t>To insert photo overlay, refer to instructions at end of deck</a:t>
            </a:r>
          </a:p>
        </p:txBody>
      </p:sp>
    </p:spTree>
    <p:extLst>
      <p:ext uri="{BB962C8B-B14F-4D97-AF65-F5344CB8AC3E}">
        <p14:creationId xmlns:p14="http://schemas.microsoft.com/office/powerpoint/2010/main" val="41324084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268801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3"/>
          <p:cNvSpPr>
            <a:spLocks noChangeArrowheads="1"/>
          </p:cNvSpPr>
          <p:nvPr userDrawn="1"/>
        </p:nvSpPr>
        <p:spPr bwMode="gray">
          <a:xfrm>
            <a:off x="1" y="0"/>
            <a:ext cx="6425758" cy="6858000"/>
          </a:xfrm>
          <a:prstGeom prst="rect">
            <a:avLst/>
          </a:prstGeom>
          <a:solidFill>
            <a:schemeClr val="accent3">
              <a:alpha val="71000"/>
            </a:scheme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lnSpc>
                <a:spcPct val="100000"/>
              </a:lnSpc>
              <a:spcBef>
                <a:spcPts val="0"/>
              </a:spcBef>
            </a:pPr>
            <a:endParaRPr lang="en-US" sz="1600"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B1D498-EFEC-FF4D-B3C0-AB0DC1191F9D}"/>
              </a:ext>
            </a:extLst>
          </p:cNvPr>
          <p:cNvGrpSpPr/>
          <p:nvPr userDrawn="1"/>
        </p:nvGrpSpPr>
        <p:grpSpPr>
          <a:xfrm>
            <a:off x="680658" y="548347"/>
            <a:ext cx="4601989" cy="5741781"/>
            <a:chOff x="1002364" y="142913"/>
            <a:chExt cx="3739116" cy="5741781"/>
          </a:xfrm>
        </p:grpSpPr>
        <p:sp>
          <p:nvSpPr>
            <p:cNvPr id="21" name="Rectangle 2">
              <a:extLst>
                <a:ext uri="{FF2B5EF4-FFF2-40B4-BE49-F238E27FC236}">
                  <a16:creationId xmlns:a16="http://schemas.microsoft.com/office/drawing/2014/main" id="{4CFFFD26-1CDE-1743-B69E-B3B891424AF2}"/>
                </a:ext>
              </a:extLst>
            </p:cNvPr>
            <p:cNvSpPr/>
            <p:nvPr/>
          </p:nvSpPr>
          <p:spPr>
            <a:xfrm>
              <a:off x="4459747" y="142913"/>
              <a:ext cx="281733" cy="122379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823C5126-B40E-2E48-95DC-B0A5A28C4D37}"/>
                </a:ext>
              </a:extLst>
            </p:cNvPr>
            <p:cNvSpPr/>
            <p:nvPr/>
          </p:nvSpPr>
          <p:spPr>
            <a:xfrm rot="10800000">
              <a:off x="1002364" y="5762315"/>
              <a:ext cx="281733" cy="122379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</p:grp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C1B98EC-EB4B-1F47-B880-6ED8191356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126" y="5014800"/>
            <a:ext cx="3545054" cy="190856"/>
          </a:xfrm>
        </p:spPr>
        <p:txBody>
          <a:bodyPr wrap="square" anchor="t">
            <a:noAutofit/>
          </a:bodyPr>
          <a:lstStyle>
            <a:lvl1pPr marL="0" indent="0" algn="ctr">
              <a:buNone/>
              <a:defRPr sz="1600" i="0" cap="none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EILEEN MILES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3C4B1124-CD42-3F4A-9C72-A764B83056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9126" y="1579830"/>
            <a:ext cx="3545054" cy="3046988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800"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Cum </a:t>
            </a:r>
            <a:r>
              <a:rPr lang="en-US" err="1"/>
              <a:t>sociis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et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nascetur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mus. </a:t>
            </a:r>
            <a:r>
              <a:rPr lang="en-US" err="1"/>
              <a:t>Donec</a:t>
            </a:r>
            <a:r>
              <a:rPr lang="en-US"/>
              <a:t> quam </a:t>
            </a:r>
            <a:r>
              <a:rPr lang="en-US" err="1"/>
              <a:t>felis</a:t>
            </a:r>
            <a:r>
              <a:rPr lang="en-US"/>
              <a:t>,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,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,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, sem.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Donec</a:t>
            </a:r>
            <a:endParaRPr lang="en-US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5BBFB052-0B22-454A-ABB2-339A5481C7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9126" y="5243755"/>
            <a:ext cx="3545054" cy="190856"/>
          </a:xfrm>
        </p:spPr>
        <p:txBody>
          <a:bodyPr wrap="square" anchor="t">
            <a:noAutofit/>
          </a:bodyPr>
          <a:lstStyle>
            <a:lvl1pPr marL="0" indent="0" algn="ctr">
              <a:buNone/>
              <a:defRPr sz="1200" i="1" cap="none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Research Lead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FC381F7-367C-405E-AF5B-C4952BFC44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2830" y="1684422"/>
            <a:ext cx="3102092" cy="1451164"/>
          </a:xfrm>
        </p:spPr>
        <p:txBody>
          <a:bodyPr/>
          <a:lstStyle>
            <a:lvl1pPr marL="0" indent="0">
              <a:buNone/>
              <a:defRPr i="1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ZA"/>
              <a:t>This slide requires a photo background. To insert a photo, refer to instructions at end of deck. This photo should be the size of the entire slide and sent to back.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BAC4BF-8EAB-434D-80FA-2666F2ED73AE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CEDDC91D-2949-4686-B546-7A6016B97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55724E0C-0A62-B768-ECE7-E110D6CE1D6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09437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073580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3"/>
          <p:cNvSpPr>
            <a:spLocks noChangeArrowheads="1"/>
          </p:cNvSpPr>
          <p:nvPr userDrawn="1"/>
        </p:nvSpPr>
        <p:spPr bwMode="gray">
          <a:xfrm>
            <a:off x="3" y="1857829"/>
            <a:ext cx="6645307" cy="3142340"/>
          </a:xfrm>
          <a:prstGeom prst="rect">
            <a:avLst/>
          </a:prstGeom>
          <a:solidFill>
            <a:srgbClr val="0889A8">
              <a:alpha val="89804"/>
            </a:srgbClr>
          </a:solidFill>
          <a:ln>
            <a:noFill/>
          </a:ln>
          <a:effectLst/>
        </p:spPr>
        <p:txBody>
          <a:bodyPr wrap="none" lIns="107287" tIns="53643" rIns="107287" bIns="53643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1633" y="3677553"/>
            <a:ext cx="5345722" cy="246221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err="1"/>
              <a:t>Elineen</a:t>
            </a:r>
            <a:r>
              <a:rPr lang="en-US"/>
              <a:t> miles</a:t>
            </a: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306569" y="2676828"/>
            <a:ext cx="4055847" cy="830997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800"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The most surprising user research result we received was data activate effective global an effective social .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3C5E7F5-6E3D-4F4C-821C-55CB79D15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1633" y="3971117"/>
            <a:ext cx="5345722" cy="184666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i="1" cap="none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Research Lead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6ED5C05-07B8-AF42-9461-71375C78A8D5}"/>
              </a:ext>
            </a:extLst>
          </p:cNvPr>
          <p:cNvGrpSpPr/>
          <p:nvPr userDrawn="1"/>
        </p:nvGrpSpPr>
        <p:grpSpPr>
          <a:xfrm>
            <a:off x="488258" y="2284218"/>
            <a:ext cx="5607743" cy="2295023"/>
            <a:chOff x="-264140" y="968376"/>
            <a:chExt cx="4556291" cy="2295023"/>
          </a:xfrm>
        </p:grpSpPr>
        <p:sp>
          <p:nvSpPr>
            <p:cNvPr id="29" name="Rectangle 2">
              <a:extLst>
                <a:ext uri="{FF2B5EF4-FFF2-40B4-BE49-F238E27FC236}">
                  <a16:creationId xmlns:a16="http://schemas.microsoft.com/office/drawing/2014/main" id="{4A10F512-8530-0242-A648-ACEE9763CFC1}"/>
                </a:ext>
              </a:extLst>
            </p:cNvPr>
            <p:cNvSpPr/>
            <p:nvPr userDrawn="1"/>
          </p:nvSpPr>
          <p:spPr>
            <a:xfrm>
              <a:off x="4010418" y="968376"/>
              <a:ext cx="281733" cy="122379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  <p:sp>
          <p:nvSpPr>
            <p:cNvPr id="30" name="Rectangle 2">
              <a:extLst>
                <a:ext uri="{FF2B5EF4-FFF2-40B4-BE49-F238E27FC236}">
                  <a16:creationId xmlns:a16="http://schemas.microsoft.com/office/drawing/2014/main" id="{C2642A8A-C6AD-2B46-8AE9-A5210E876310}"/>
                </a:ext>
              </a:extLst>
            </p:cNvPr>
            <p:cNvSpPr/>
            <p:nvPr userDrawn="1"/>
          </p:nvSpPr>
          <p:spPr>
            <a:xfrm flipH="1" flipV="1">
              <a:off x="-264140" y="3141020"/>
              <a:ext cx="281733" cy="122379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</p:grp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B43F7AA-49CD-454F-B114-8D3802E133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2830" y="1684422"/>
            <a:ext cx="3102092" cy="1451164"/>
          </a:xfrm>
        </p:spPr>
        <p:txBody>
          <a:bodyPr/>
          <a:lstStyle>
            <a:lvl1pPr marL="0" indent="0">
              <a:buNone/>
              <a:defRPr i="1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ZA"/>
              <a:t>This slide requires a photo background. To insert a photo, refer to instructions at end of deck. This photo should be the size of the entire slide and sent to back.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D637D1-CB35-4962-9357-C3E1334E7EB7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36181EE5-2BCD-419A-98C4-F02366AC2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B4DB4855-2A8F-7720-BCE8-376E73098F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4087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5946022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392FDA5-109A-4203-B56F-B7729509A11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-13063"/>
            <a:ext cx="5634892" cy="6858000"/>
          </a:xfrm>
        </p:spPr>
        <p:txBody>
          <a:bodyPr/>
          <a:lstStyle>
            <a:lvl1pPr marL="0" indent="0">
              <a:buNone/>
              <a:defRPr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Z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91303B-B052-0B4F-9581-4618A74EC84D}"/>
              </a:ext>
            </a:extLst>
          </p:cNvPr>
          <p:cNvSpPr/>
          <p:nvPr userDrawn="1"/>
        </p:nvSpPr>
        <p:spPr>
          <a:xfrm>
            <a:off x="5627077" y="1"/>
            <a:ext cx="6564923" cy="685799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7117557" y="1620636"/>
            <a:ext cx="3545054" cy="276998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800" i="1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Cum </a:t>
            </a:r>
            <a:r>
              <a:rPr lang="en-US" err="1"/>
              <a:t>sociis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et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nascetur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mus. </a:t>
            </a:r>
            <a:r>
              <a:rPr lang="en-US" err="1"/>
              <a:t>Donec</a:t>
            </a:r>
            <a:r>
              <a:rPr lang="en-US"/>
              <a:t> quam </a:t>
            </a:r>
            <a:r>
              <a:rPr lang="en-US" err="1"/>
              <a:t>felis</a:t>
            </a:r>
            <a:r>
              <a:rPr lang="en-US"/>
              <a:t>,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,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,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, sem.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6612535" y="968375"/>
            <a:ext cx="4601989" cy="4921250"/>
            <a:chOff x="553035" y="968376"/>
            <a:chExt cx="3739116" cy="4921250"/>
          </a:xfrm>
        </p:grpSpPr>
        <p:sp>
          <p:nvSpPr>
            <p:cNvPr id="19" name="Rectangle 2"/>
            <p:cNvSpPr/>
            <p:nvPr userDrawn="1"/>
          </p:nvSpPr>
          <p:spPr>
            <a:xfrm>
              <a:off x="4010418" y="968376"/>
              <a:ext cx="281733" cy="122379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  <p:sp>
          <p:nvSpPr>
            <p:cNvPr id="20" name="Rectangle 2"/>
            <p:cNvSpPr/>
            <p:nvPr userDrawn="1"/>
          </p:nvSpPr>
          <p:spPr>
            <a:xfrm flipH="1" flipV="1">
              <a:off x="553035" y="5767247"/>
              <a:ext cx="281733" cy="122379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C6013CF-FC78-40DA-8ADB-9ABF403335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17557" y="4917107"/>
            <a:ext cx="3545054" cy="190856"/>
          </a:xfrm>
        </p:spPr>
        <p:txBody>
          <a:bodyPr wrap="square" anchor="t">
            <a:noAutofit/>
          </a:bodyPr>
          <a:lstStyle>
            <a:lvl1pPr marL="0" indent="0" algn="ctr">
              <a:buNone/>
              <a:defRPr sz="1600" i="0" cap="none" baseline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EILEEN MILES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90FFE4D-0585-41B6-888F-F398547AA3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17557" y="5146062"/>
            <a:ext cx="3545054" cy="190856"/>
          </a:xfrm>
        </p:spPr>
        <p:txBody>
          <a:bodyPr wrap="square" anchor="t">
            <a:noAutofit/>
          </a:bodyPr>
          <a:lstStyle>
            <a:lvl1pPr marL="0" indent="0" algn="ctr">
              <a:buNone/>
              <a:defRPr sz="1200" i="1" cap="none" baseline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Research Lead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CC3099CF-9242-480A-AF52-6C5D71F162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10099" y="1482138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ZA"/>
              <a:t>To insert photo overlay in the left hand side of the slide, refer to instructions at end of deck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A5E2EC-169B-41D8-AB4A-989D2A6ED05C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9FE60C44-24BA-4E7D-BCF5-0722A2C83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960E999B-A9FC-6438-A406-D7E42275254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3423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83" imgH="385" progId="TCLayout.ActiveDocument.1">
                  <p:embed/>
                </p:oleObj>
              </mc:Choice>
              <mc:Fallback>
                <p:oleObj name="Diapositive think-cell" r:id="rId3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F7C31C83-38F3-E74C-B744-1DC01F909DF4}"/>
              </a:ext>
            </a:extLst>
          </p:cNvPr>
          <p:cNvSpPr/>
          <p:nvPr userDrawn="1"/>
        </p:nvSpPr>
        <p:spPr>
          <a:xfrm>
            <a:off x="-32016" y="4234"/>
            <a:ext cx="6027338" cy="6858000"/>
          </a:xfrm>
          <a:prstGeom prst="rect">
            <a:avLst/>
          </a:prstGeom>
          <a:solidFill>
            <a:srgbClr val="0889A8">
              <a:alpha val="89804"/>
            </a:srgbClr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EA8F19-CE53-4F4B-B808-718A3862F72C}"/>
              </a:ext>
            </a:extLst>
          </p:cNvPr>
          <p:cNvSpPr/>
          <p:nvPr userDrawn="1"/>
        </p:nvSpPr>
        <p:spPr>
          <a:xfrm>
            <a:off x="5963306" y="1"/>
            <a:ext cx="6228694" cy="685799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sz="1600" kern="120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  <a:cs typeface="Arial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83B7BDD-34F6-6648-9F4C-E52667F15B16}"/>
              </a:ext>
            </a:extLst>
          </p:cNvPr>
          <p:cNvGrpSpPr/>
          <p:nvPr userDrawn="1"/>
        </p:nvGrpSpPr>
        <p:grpSpPr>
          <a:xfrm>
            <a:off x="680658" y="548347"/>
            <a:ext cx="4601989" cy="5741781"/>
            <a:chOff x="1002364" y="142913"/>
            <a:chExt cx="3739116" cy="5741781"/>
          </a:xfrm>
        </p:grpSpPr>
        <p:sp>
          <p:nvSpPr>
            <p:cNvPr id="31" name="Rectangle 2">
              <a:extLst>
                <a:ext uri="{FF2B5EF4-FFF2-40B4-BE49-F238E27FC236}">
                  <a16:creationId xmlns:a16="http://schemas.microsoft.com/office/drawing/2014/main" id="{EEDA74E6-F752-B545-944D-93FF7675575F}"/>
                </a:ext>
              </a:extLst>
            </p:cNvPr>
            <p:cNvSpPr/>
            <p:nvPr/>
          </p:nvSpPr>
          <p:spPr>
            <a:xfrm>
              <a:off x="4459747" y="142913"/>
              <a:ext cx="281733" cy="122379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3C57E902-7CD3-5841-AA9C-1DA8D6E8EE1D}"/>
                </a:ext>
              </a:extLst>
            </p:cNvPr>
            <p:cNvSpPr/>
            <p:nvPr/>
          </p:nvSpPr>
          <p:spPr>
            <a:xfrm rot="10800000">
              <a:off x="1002364" y="5762315"/>
              <a:ext cx="281733" cy="122379"/>
            </a:xfrm>
            <a:custGeom>
              <a:avLst/>
              <a:gdLst/>
              <a:ahLst/>
              <a:cxnLst/>
              <a:rect l="l" t="t" r="r" b="b"/>
              <a:pathLst>
                <a:path w="386508" h="178593">
                  <a:moveTo>
                    <a:pt x="45719" y="0"/>
                  </a:moveTo>
                  <a:lnTo>
                    <a:pt x="302892" y="0"/>
                  </a:lnTo>
                  <a:lnTo>
                    <a:pt x="374603" y="0"/>
                  </a:lnTo>
                  <a:lnTo>
                    <a:pt x="386508" y="0"/>
                  </a:lnTo>
                  <a:lnTo>
                    <a:pt x="386508" y="178593"/>
                  </a:lnTo>
                  <a:lnTo>
                    <a:pt x="386507" y="178593"/>
                  </a:lnTo>
                  <a:lnTo>
                    <a:pt x="324234" y="178593"/>
                  </a:lnTo>
                  <a:lnTo>
                    <a:pt x="302892" y="178593"/>
                  </a:lnTo>
                  <a:lnTo>
                    <a:pt x="302892" y="85725"/>
                  </a:lnTo>
                  <a:lnTo>
                    <a:pt x="45719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881946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4625" indent="-174625">
                <a:buFont typeface="Arial" panose="020B0604020202020204" pitchFamily="34" charset="0"/>
                <a:buChar char="•"/>
              </a:pPr>
              <a:endParaRPr lang="en-US" sz="16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endParaRPr>
            </a:p>
          </p:txBody>
        </p:sp>
      </p:grp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4A1781-A387-4D4E-8C99-4F93C2A874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126" y="5014800"/>
            <a:ext cx="3545054" cy="190856"/>
          </a:xfrm>
        </p:spPr>
        <p:txBody>
          <a:bodyPr wrap="square" anchor="t">
            <a:noAutofit/>
          </a:bodyPr>
          <a:lstStyle>
            <a:lvl1pPr marL="0" indent="0" algn="ctr">
              <a:buNone/>
              <a:defRPr sz="1600" i="0" cap="none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EILEEN MILES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EADDFE3-86E5-144A-BE2D-414353F15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9126" y="1579830"/>
            <a:ext cx="3545054" cy="3046988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800" i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ligula </a:t>
            </a:r>
            <a:r>
              <a:rPr lang="en-US" err="1"/>
              <a:t>eget</a:t>
            </a:r>
            <a:r>
              <a:rPr lang="en-US"/>
              <a:t> dolor.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Cum </a:t>
            </a:r>
            <a:r>
              <a:rPr lang="en-US" err="1"/>
              <a:t>sociis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et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nascetur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mus. </a:t>
            </a:r>
            <a:r>
              <a:rPr lang="en-US" err="1"/>
              <a:t>Donec</a:t>
            </a:r>
            <a:r>
              <a:rPr lang="en-US"/>
              <a:t> quam </a:t>
            </a:r>
            <a:r>
              <a:rPr lang="en-US" err="1"/>
              <a:t>felis</a:t>
            </a:r>
            <a:r>
              <a:rPr lang="en-US"/>
              <a:t>,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,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,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, sem.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Donec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9198001-A4EC-2A48-A1AE-4DF7C6CEA0D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9126" y="5243755"/>
            <a:ext cx="3545054" cy="190856"/>
          </a:xfrm>
        </p:spPr>
        <p:txBody>
          <a:bodyPr wrap="square" anchor="t">
            <a:noAutofit/>
          </a:bodyPr>
          <a:lstStyle>
            <a:lvl1pPr marL="0" indent="0" algn="ctr">
              <a:buNone/>
              <a:defRPr sz="1200" i="1" cap="none" baseline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 baseline="0">
                <a:solidFill>
                  <a:schemeClr val="bg1"/>
                </a:solidFill>
              </a:defRPr>
            </a:lvl5pPr>
            <a:lvl6pPr>
              <a:defRPr sz="1600" baseline="0">
                <a:solidFill>
                  <a:schemeClr val="bg1"/>
                </a:solidFill>
              </a:defRPr>
            </a:lvl6pPr>
            <a:lvl7pPr>
              <a:defRPr sz="1600" baseline="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  <a:lvl9pPr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Research Lead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7CB83A3-AD5B-4BB0-932E-116EB90EC3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2829" y="1881461"/>
            <a:ext cx="2571262" cy="1254125"/>
          </a:xfrm>
        </p:spPr>
        <p:txBody>
          <a:bodyPr/>
          <a:lstStyle>
            <a:lvl1pPr marL="0" indent="0">
              <a:buNone/>
              <a:defRPr i="1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ZA"/>
              <a:t>This slide requires a photo background. To insert photo overlay, refer to instructions at end of deck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F79567-1EE4-4D5A-984C-6280F6567B3F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E358A37F-6CFB-45E7-B798-5D6A0AB14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E59AB506-7843-5566-456C-59B3B4B0CF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07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logo Dalberg Advi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blue lines and dots&#10;&#10;AI-generated content may be incorrect.">
            <a:extLst>
              <a:ext uri="{FF2B5EF4-FFF2-40B4-BE49-F238E27FC236}">
                <a16:creationId xmlns:a16="http://schemas.microsoft.com/office/drawing/2014/main" id="{63B922B3-DC4F-6491-F4A4-59C58F7597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3101" y="5919723"/>
            <a:ext cx="878705" cy="878705"/>
          </a:xfrm>
          <a:prstGeom prst="rect">
            <a:avLst/>
          </a:prstGeom>
        </p:spPr>
      </p:pic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9364168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5" imgW="383" imgH="385" progId="TCLayout.ActiveDocument.1">
                  <p:embed/>
                </p:oleObj>
              </mc:Choice>
              <mc:Fallback>
                <p:oleObj name="Diapositive think-cell" r:id="rId5" imgW="383" imgH="38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95385" cy="158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400" b="0" i="0" kern="1200" baseline="0">
              <a:solidFill>
                <a:schemeClr val="tx1"/>
              </a:solidFill>
              <a:latin typeface="Lato"/>
              <a:ea typeface="+mn-ea"/>
              <a:cs typeface="+mn-cs"/>
              <a:sym typeface="Lato"/>
            </a:endParaRPr>
          </a:p>
        </p:txBody>
      </p:sp>
      <p:sp>
        <p:nvSpPr>
          <p:cNvPr id="13" name="Rectangle 12"/>
          <p:cNvSpPr>
            <a:spLocks/>
          </p:cNvSpPr>
          <p:nvPr userDrawn="1"/>
        </p:nvSpPr>
        <p:spPr>
          <a:xfrm>
            <a:off x="1" y="0"/>
            <a:ext cx="629470" cy="98414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943688" y="91963"/>
            <a:ext cx="10621127" cy="800219"/>
          </a:xfrm>
        </p:spPr>
        <p:txBody>
          <a:bodyPr wrap="square" anchor="ctr">
            <a:spAutoFit/>
          </a:bodyPr>
          <a:lstStyle>
            <a:lvl1pPr>
              <a:defRPr sz="2600" baseline="0">
                <a:solidFill>
                  <a:srgbClr val="88194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Title of the slide in Inter 26 points.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idx="1"/>
          </p:nvPr>
        </p:nvSpPr>
        <p:spPr bwMode="gray">
          <a:xfrm>
            <a:off x="943689" y="1257300"/>
            <a:ext cx="10621127" cy="506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  <a:lvl6pPr marL="1005812" indent="0">
              <a:buNone/>
              <a:defRPr/>
            </a:lvl6pPr>
          </a:lstStyle>
          <a:p>
            <a:pPr lvl="0"/>
            <a:r>
              <a:rPr lang="en-US" dirty="0"/>
              <a:t>Change the styles of the mask text
Second level
Third level
Fourth level
Fifth Level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43689" y="6377706"/>
            <a:ext cx="8059634" cy="307777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>
                <a:solidFill>
                  <a:srgbClr val="60606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This space is reserved for footnotes and sources only, and cannot be expanded beyond its current size.                                        Source: [Author/Publisher Name], [Report Name], [Year]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5EAF43E-BB4E-494E-9B58-0B592AF0D6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76" y="399738"/>
            <a:ext cx="468922" cy="184666"/>
          </a:xfrm>
        </p:spPr>
        <p:txBody>
          <a:bodyPr wrap="square" anchor="ctr">
            <a:spAutoFit/>
          </a:bodyPr>
          <a:lstStyle>
            <a:lvl1pPr marL="0" indent="0" algn="ctr">
              <a:spcAft>
                <a:spcPts val="1200"/>
              </a:spcAft>
              <a:buNone/>
              <a:defRPr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 baseline="0"/>
            </a:lvl5pPr>
            <a:lvl6pPr>
              <a:defRPr sz="1600" baseline="0"/>
            </a:lvl6pPr>
            <a:lvl7pPr>
              <a:defRPr sz="1600" baseline="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DC4302-9EC8-4212-9BF1-0C6EAEDF3D92}"/>
              </a:ext>
            </a:extLst>
          </p:cNvPr>
          <p:cNvSpPr/>
          <p:nvPr userDrawn="1"/>
        </p:nvSpPr>
        <p:spPr>
          <a:xfrm>
            <a:off x="11562530" y="6359076"/>
            <a:ext cx="629470" cy="49892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51255AA-4D51-4A35-B6D9-87E6FA73F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6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61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51.xml"/><Relationship Id="rId37" Type="http://schemas.openxmlformats.org/officeDocument/2006/relationships/slideLayout" Target="../slideLayouts/slideLayout56.xml"/><Relationship Id="rId40" Type="http://schemas.openxmlformats.org/officeDocument/2006/relationships/slideLayout" Target="../slideLayouts/slideLayout59.xml"/><Relationship Id="rId45" Type="http://schemas.openxmlformats.org/officeDocument/2006/relationships/slideLayout" Target="../slideLayouts/slideLayout64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6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9.xml"/><Relationship Id="rId35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62.xml"/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6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86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85.xml"/><Relationship Id="rId29" Type="http://schemas.openxmlformats.org/officeDocument/2006/relationships/image" Target="../media/image14.emf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84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9939A-617C-3E44-A0D0-909C7975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72267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D0AC0-F01F-B544-AC35-7D2BCB4EB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325974"/>
            <a:ext cx="11154344" cy="44566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729D7-DBF0-1846-87E5-720E70F9E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567" y="6356350"/>
            <a:ext cx="4189003" cy="13652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Gavi Presentation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EB43-CEEF-AF40-88AE-32CEA15C6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5938" y="6356351"/>
            <a:ext cx="261629" cy="13334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fld id="{AB746B08-255A-2748-8A21-40BE94A17FD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81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orient="horz" pos="232">
          <p15:clr>
            <a:srgbClr val="F26B43"/>
          </p15:clr>
        </p15:guide>
        <p15:guide id="5" orient="horz" pos="4088">
          <p15:clr>
            <a:srgbClr val="F26B43"/>
          </p15:clr>
        </p15:guide>
        <p15:guide id="7" orient="horz" pos="822">
          <p15:clr>
            <a:srgbClr val="F26B43"/>
          </p15:clr>
        </p15:guide>
        <p15:guide id="9" orient="horz" pos="372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9939A-617C-3E44-A0D0-909C7975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9" y="368300"/>
            <a:ext cx="11154344" cy="72267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D0AC0-F01F-B544-AC35-7D2BCB4EB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325974"/>
            <a:ext cx="11154344" cy="44566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729D7-DBF0-1846-87E5-720E70F9E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567" y="6356350"/>
            <a:ext cx="4189003" cy="13652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Gavi Presentation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EB43-CEEF-AF40-88AE-32CEA15C6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5938" y="6356351"/>
            <a:ext cx="261629" cy="13334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fld id="{AB746B08-255A-2748-8A21-40BE94A17FD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383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bg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orient="horz" pos="232">
          <p15:clr>
            <a:srgbClr val="F26B43"/>
          </p15:clr>
        </p15:guide>
        <p15:guide id="5" orient="horz" pos="4088">
          <p15:clr>
            <a:srgbClr val="F26B43"/>
          </p15:clr>
        </p15:guide>
        <p15:guide id="7" orient="horz" pos="822">
          <p15:clr>
            <a:srgbClr val="F26B43"/>
          </p15:clr>
        </p15:guide>
        <p15:guide id="9" orient="horz" pos="372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63082826"/>
              </p:ext>
            </p:extLst>
          </p:nvPr>
        </p:nvGraphicFramePr>
        <p:xfrm>
          <a:off x="2119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8" imgW="383" imgH="385" progId="TCLayout.ActiveDocument.1">
                  <p:embed/>
                </p:oleObj>
              </mc:Choice>
              <mc:Fallback>
                <p:oleObj name="Diapositive think-cell" r:id="rId28" imgW="383" imgH="385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119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195385" cy="1587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600" b="0" i="0" kern="1200" baseline="0">
              <a:solidFill>
                <a:schemeClr val="bg1"/>
              </a:solidFill>
              <a:latin typeface="Lato" panose="020F0502020204030203"/>
              <a:ea typeface="+mj-ea"/>
              <a:cs typeface="Arial" pitchFamily="34" charset="0"/>
              <a:sym typeface="Lato" panose="020F0502020204030203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43688" y="292016"/>
            <a:ext cx="10621127" cy="4001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Change the style of the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943689" y="1257300"/>
            <a:ext cx="10621127" cy="49879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</a:t>
            </a:r>
          </a:p>
          <a:p>
            <a:pPr lvl="1"/>
            <a:r>
              <a:rPr lang="en-US" dirty="0"/>
              <a:t>Second level bullet point</a:t>
            </a:r>
          </a:p>
          <a:p>
            <a:pPr lvl="2"/>
            <a:r>
              <a:rPr lang="en-US" dirty="0"/>
              <a:t>Third level bullet point</a:t>
            </a:r>
          </a:p>
          <a:p>
            <a:pPr lvl="3"/>
            <a:r>
              <a:rPr lang="en-US" dirty="0"/>
              <a:t>Fourth level bullet point</a:t>
            </a:r>
          </a:p>
          <a:p>
            <a:pPr lvl="4"/>
            <a:r>
              <a:rPr lang="en-US" dirty="0"/>
              <a:t>Fifth level bullet point</a:t>
            </a:r>
          </a:p>
          <a:p>
            <a:pPr lvl="5"/>
            <a:r>
              <a:rPr lang="en-US" dirty="0"/>
              <a:t>Sixth level bullet point</a:t>
            </a:r>
          </a:p>
          <a:p>
            <a:pPr lvl="6"/>
            <a:r>
              <a:rPr lang="en-US" dirty="0"/>
              <a:t>Seventh level bullet point</a:t>
            </a:r>
          </a:p>
          <a:p>
            <a:pPr lvl="7"/>
            <a:r>
              <a:rPr lang="en-US" dirty="0"/>
              <a:t>Eighth level bullet point</a:t>
            </a:r>
          </a:p>
          <a:p>
            <a:pPr lvl="8"/>
            <a:r>
              <a:rPr lang="en-US" dirty="0"/>
              <a:t>Ninth level bullet point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743978" y="6529864"/>
            <a:ext cx="280034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0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Arial" pitchFamily="34" charset="0"/>
              </a:defRPr>
            </a:lvl1pPr>
          </a:lstStyle>
          <a:p>
            <a:fld id="{A90607E6-BCED-4FC1-A345-AB2A307AB8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 hidden="1"/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195385" cy="1587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600" b="0" i="0" kern="1200" baseline="0">
              <a:solidFill>
                <a:schemeClr val="bg1"/>
              </a:solidFill>
              <a:latin typeface="Lato" panose="020F0502020204030203"/>
              <a:ea typeface="+mj-ea"/>
              <a:cs typeface="Arial" pitchFamily="34" charset="0"/>
              <a:sym typeface="Lato" panose="020F0502020204030203"/>
            </a:endParaRPr>
          </a:p>
        </p:txBody>
      </p:sp>
    </p:spTree>
    <p:extLst>
      <p:ext uri="{BB962C8B-B14F-4D97-AF65-F5344CB8AC3E}">
        <p14:creationId xmlns:p14="http://schemas.microsoft.com/office/powerpoint/2010/main" val="146193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7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</p:sldLayoutIdLst>
  <p:hf hdr="0"/>
  <p:txStyles>
    <p:titleStyle>
      <a:lvl1pPr algn="l" defTabSz="1072866" rtl="0" eaLnBrk="1" latinLnBrk="0" hangingPunct="1">
        <a:lnSpc>
          <a:spcPct val="100000"/>
        </a:lnSpc>
        <a:spcBef>
          <a:spcPct val="0"/>
        </a:spcBef>
        <a:buNone/>
        <a:defRPr sz="2600" b="0" kern="1200">
          <a:solidFill>
            <a:srgbClr val="881946"/>
          </a:solidFill>
          <a:latin typeface="Inter" panose="02000503000000020004" pitchFamily="2" charset="0"/>
          <a:ea typeface="Inter" panose="02000503000000020004" pitchFamily="2" charset="0"/>
          <a:cs typeface="Arial" pitchFamily="34" charset="0"/>
        </a:defRPr>
      </a:lvl1pPr>
    </p:titleStyle>
    <p:bodyStyle>
      <a:lvl1pPr marL="201162" indent="-201162" algn="l" defTabSz="107286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rgbClr val="606060"/>
          </a:solidFill>
          <a:latin typeface="Inter" panose="02000503000000020004" pitchFamily="2" charset="0"/>
          <a:ea typeface="Inter" panose="02000503000000020004" pitchFamily="2" charset="0"/>
          <a:cs typeface="Arial" pitchFamily="34" charset="0"/>
        </a:defRPr>
      </a:lvl1pPr>
      <a:lvl2pPr marL="402325" indent="-201162" algn="l" defTabSz="1072866" rtl="0" eaLnBrk="1" latinLnBrk="0" hangingPunct="1">
        <a:lnSpc>
          <a:spcPct val="100000"/>
        </a:lnSpc>
        <a:spcBef>
          <a:spcPts val="0"/>
        </a:spcBef>
        <a:buFont typeface="Homebase 12 Light" panose="020B0300000000000000" pitchFamily="34" charset="0"/>
        <a:buChar char="–"/>
        <a:defRPr sz="1200" kern="1200" baseline="0">
          <a:solidFill>
            <a:srgbClr val="606060"/>
          </a:solidFill>
          <a:latin typeface="Inter" panose="02000503000000020004" pitchFamily="2" charset="0"/>
          <a:ea typeface="Inter" panose="02000503000000020004" pitchFamily="2" charset="0"/>
          <a:cs typeface="Arial" pitchFamily="34" charset="0"/>
        </a:defRPr>
      </a:lvl2pPr>
      <a:lvl3pPr marL="603487" indent="-201162" algn="l" defTabSz="107286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 baseline="0">
          <a:solidFill>
            <a:srgbClr val="606060"/>
          </a:solidFill>
          <a:latin typeface="Inter" panose="02000503000000020004" pitchFamily="2" charset="0"/>
          <a:ea typeface="Inter" panose="02000503000000020004" pitchFamily="2" charset="0"/>
          <a:cs typeface="Arial" pitchFamily="34" charset="0"/>
        </a:defRPr>
      </a:lvl3pPr>
      <a:lvl4pPr marL="804649" indent="-201162" algn="l" defTabSz="1072866" rtl="0" eaLnBrk="1" latinLnBrk="0" hangingPunct="1">
        <a:lnSpc>
          <a:spcPct val="100000"/>
        </a:lnSpc>
        <a:spcBef>
          <a:spcPts val="0"/>
        </a:spcBef>
        <a:buFont typeface="Homebase 12 Light" panose="020B0300000000000000" pitchFamily="34" charset="0"/>
        <a:buChar char="–"/>
        <a:defRPr sz="1200" kern="1200" baseline="0">
          <a:solidFill>
            <a:srgbClr val="606060"/>
          </a:solidFill>
          <a:latin typeface="Inter" panose="02000503000000020004" pitchFamily="2" charset="0"/>
          <a:ea typeface="Inter" panose="02000503000000020004" pitchFamily="2" charset="0"/>
          <a:cs typeface="Arial" pitchFamily="34" charset="0"/>
        </a:defRPr>
      </a:lvl4pPr>
      <a:lvl5pPr marL="1005811" indent="-201162" algn="l" defTabSz="107286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 baseline="0">
          <a:solidFill>
            <a:srgbClr val="606060"/>
          </a:solidFill>
          <a:latin typeface="Inter" panose="02000503000000020004" pitchFamily="2" charset="0"/>
          <a:ea typeface="Inter" panose="02000503000000020004" pitchFamily="2" charset="0"/>
          <a:cs typeface="Arial" pitchFamily="34" charset="0"/>
        </a:defRPr>
      </a:lvl5pPr>
      <a:lvl6pPr marL="1206974" indent="-201162" algn="l" defTabSz="1072866" rtl="0" eaLnBrk="1" latinLnBrk="0" hangingPunct="1">
        <a:lnSpc>
          <a:spcPct val="100000"/>
        </a:lnSpc>
        <a:spcBef>
          <a:spcPts val="0"/>
        </a:spcBef>
        <a:buFont typeface="Homebase 12 Light" panose="020B0300000000000000" pitchFamily="34" charset="0"/>
        <a:buChar char="–"/>
        <a:defRPr sz="1200" kern="1200" baseline="0">
          <a:solidFill>
            <a:srgbClr val="606060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6pPr>
      <a:lvl7pPr marL="1408136" indent="-197437" algn="l" defTabSz="107286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 baseline="0">
          <a:solidFill>
            <a:srgbClr val="606060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7pPr>
      <a:lvl8pPr marL="1609298" indent="-204888" algn="l" defTabSz="1072866" rtl="0" eaLnBrk="1" latinLnBrk="0" hangingPunct="1">
        <a:lnSpc>
          <a:spcPct val="100000"/>
        </a:lnSpc>
        <a:spcBef>
          <a:spcPts val="0"/>
        </a:spcBef>
        <a:buFont typeface="Homebase 12 Light" panose="020B0300000000000000" pitchFamily="34" charset="0"/>
        <a:buChar char="–"/>
        <a:defRPr sz="1200" kern="1200" baseline="0">
          <a:solidFill>
            <a:srgbClr val="606060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8pPr>
      <a:lvl9pPr marL="1743406" indent="-197437" algn="l" defTabSz="107286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 baseline="0">
          <a:solidFill>
            <a:srgbClr val="606060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9pPr>
    </p:bodyStyle>
    <p:otherStyle>
      <a:defPPr>
        <a:defRPr lang="en-US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74DE805-605E-59F2-3785-D79887B1BF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F3E5F-F2B8-2B55-7914-A3FDB6359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AEBE00-E9E2-ED0E-13A5-4A154F7B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8B3DB-ECD6-CBE1-3C2F-2106EEF9B3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344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2fd3MGZQ5.3Jk.L8PShA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hkFvYJhTHazolTfKJP3m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QDjN3T20qlnTfeoGH6A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QDjN3T20qlnTfeoGH6AQ"/>
</p:tagLst>
</file>

<file path=ppt/theme/theme1.xml><?xml version="1.0" encoding="utf-8"?>
<a:theme xmlns:a="http://schemas.openxmlformats.org/drawingml/2006/main" name="BKA – Titles, Sections, End Slides">
  <a:themeElements>
    <a:clrScheme name="Gavi Palette 1">
      <a:dk1>
        <a:srgbClr val="000000"/>
      </a:dk1>
      <a:lt1>
        <a:srgbClr val="FFFFFF"/>
      </a:lt1>
      <a:dk2>
        <a:srgbClr val="005CB9"/>
      </a:dk2>
      <a:lt2>
        <a:srgbClr val="00A1DF"/>
      </a:lt2>
      <a:accent1>
        <a:srgbClr val="83BD00"/>
      </a:accent1>
      <a:accent2>
        <a:srgbClr val="3E9B6E"/>
      </a:accent2>
      <a:accent3>
        <a:srgbClr val="E24A3F"/>
      </a:accent3>
      <a:accent4>
        <a:srgbClr val="FA7650"/>
      </a:accent4>
      <a:accent5>
        <a:srgbClr val="F8A623"/>
      </a:accent5>
      <a:accent6>
        <a:srgbClr val="FED141"/>
      </a:accent6>
      <a:hlink>
        <a:srgbClr val="00A1DF"/>
      </a:hlink>
      <a:folHlink>
        <a:srgbClr val="005CB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VI_PPT_Full template" id="{99C43E16-FF9C-1849-AF03-F58742B6D3E6}" vid="{2B276190-5DD2-7F4B-9F0E-8F3BFCF15372}"/>
    </a:ext>
  </a:extLst>
</a:theme>
</file>

<file path=ppt/theme/theme2.xml><?xml version="1.0" encoding="utf-8"?>
<a:theme xmlns:a="http://schemas.openxmlformats.org/drawingml/2006/main" name="BKA – Body Slides">
  <a:themeElements>
    <a:clrScheme name="Gavi Palette 1">
      <a:dk1>
        <a:srgbClr val="000000"/>
      </a:dk1>
      <a:lt1>
        <a:srgbClr val="FFFFFF"/>
      </a:lt1>
      <a:dk2>
        <a:srgbClr val="005CB9"/>
      </a:dk2>
      <a:lt2>
        <a:srgbClr val="00A1DF"/>
      </a:lt2>
      <a:accent1>
        <a:srgbClr val="83BD00"/>
      </a:accent1>
      <a:accent2>
        <a:srgbClr val="3E9B6E"/>
      </a:accent2>
      <a:accent3>
        <a:srgbClr val="E24A3F"/>
      </a:accent3>
      <a:accent4>
        <a:srgbClr val="FA7650"/>
      </a:accent4>
      <a:accent5>
        <a:srgbClr val="F8A623"/>
      </a:accent5>
      <a:accent6>
        <a:srgbClr val="FED141"/>
      </a:accent6>
      <a:hlink>
        <a:srgbClr val="00A1DF"/>
      </a:hlink>
      <a:folHlink>
        <a:srgbClr val="005CB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VI_PPT_Full template" id="{99C43E16-FF9C-1849-AF03-F58742B6D3E6}" vid="{2567E646-D828-574A-82B0-C553FAD81028}"/>
    </a:ext>
  </a:extLst>
</a:theme>
</file>

<file path=ppt/theme/theme3.xml><?xml version="1.0" encoding="utf-8"?>
<a:theme xmlns:a="http://schemas.openxmlformats.org/drawingml/2006/main" name="BK_Advisors_Master_20250422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alberg_2018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14400" rtl="0" eaLnBrk="1" latinLnBrk="0" hangingPunct="1">
          <a:lnSpc>
            <a:spcPct val="100000"/>
          </a:lnSpc>
          <a:spcBef>
            <a:spcPts val="0"/>
          </a:spcBef>
          <a:defRPr sz="1600" kern="1200" dirty="0" err="1" smtClean="0">
            <a:solidFill>
              <a:schemeClr val="bg1"/>
            </a:solidFill>
            <a:ea typeface="+mn-ea"/>
            <a:cs typeface="Arial" pitchFamily="34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/>
      <a:bodyPr vert="horz" wrap="square" lIns="0" tIns="0" rIns="0" bIns="0" rtlCol="0" anchor="t">
        <a:noAutofit/>
      </a:bodyPr>
      <a:lstStyle>
        <a:defPPr>
          <a:spcBef>
            <a:spcPts val="600"/>
          </a:spcBef>
          <a:defRPr dirty="0">
            <a:solidFill>
              <a:srgbClr val="60606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lberg PowerPoint_ALL BUSINESSES_A4_vFFF" id="{D103004E-FDBA-4476-AD4C-346EC6FCF100}" vid="{14AA505C-568A-4796-825D-C281346666F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Homebase 12 Light</vt:lpstr>
      <vt:lpstr>Inter</vt:lpstr>
      <vt:lpstr>Lato</vt:lpstr>
      <vt:lpstr>BKA – Titles, Sections, End Slides</vt:lpstr>
      <vt:lpstr>BKA – Body Slides</vt:lpstr>
      <vt:lpstr>BK_Advisors_Master_20250422</vt:lpstr>
      <vt:lpstr>Diapositive think-cell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Kuch</dc:creator>
  <cp:lastModifiedBy>Matthew Kuch</cp:lastModifiedBy>
  <cp:revision>11</cp:revision>
  <dcterms:created xsi:type="dcterms:W3CDTF">2025-04-22T07:28:56Z</dcterms:created>
  <dcterms:modified xsi:type="dcterms:W3CDTF">2025-04-26T08:56:57Z</dcterms:modified>
</cp:coreProperties>
</file>